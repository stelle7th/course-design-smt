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5bf055af9d847b5" /><Relationship Type="http://schemas.openxmlformats.org/officeDocument/2006/relationships/extended-properties" Target="/docProps/app.xml" Id="R0bfb600ff8b944a7" /><Relationship Type="http://schemas.openxmlformats.org/officeDocument/2006/relationships/officeDocument" Target="/ppt/presentation.xml" Id="R1bfc72f728e940d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fd1203832ca4d34"/>
  </p:sldMasterIdLst>
  <p:notesMasterIdLst>
    <p:notesMasterId xmlns:r="http://schemas.openxmlformats.org/officeDocument/2006/relationships" r:id="R4004bcd3bc3c4128"/>
  </p:notesMasterIdLst>
  <p:sldIdLst>
    <p:sldId xmlns:r="http://schemas.openxmlformats.org/officeDocument/2006/relationships" id="256" r:id="R8594671759214f5a"/>
  </p:sldIdLst>
  <p:sldSz cx="13335000" cy="7500938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2e7b8c727064223" /><Relationship Type="http://schemas.openxmlformats.org/officeDocument/2006/relationships/slideMaster" Target="/ppt/slideMasters/slideMaster1.xml" Id="R8fd1203832ca4d34" /><Relationship Type="http://schemas.openxmlformats.org/officeDocument/2006/relationships/notesMaster" Target="/ppt/notesMasters/notesMaster1.xml" Id="R4004bcd3bc3c4128" /><Relationship Type="http://schemas.openxmlformats.org/officeDocument/2006/relationships/presProps" Target="/ppt/presProps.xml" Id="Rdec3ed89db6b4317" /><Relationship Type="http://schemas.openxmlformats.org/officeDocument/2006/relationships/tableStyles" Target="/ppt/tableStyles.xml" Id="R372ef41425824e07" /><Relationship Type="http://schemas.openxmlformats.org/officeDocument/2006/relationships/slide" Target="/ppt/slides/slide1.xml" Id="R8594671759214f5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fadc16c354049e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FandolHei"/>
        <a:ea typeface=""/>
        <a:cs typeface=""/>
      </a:majorFont>
      <a:minorFont>
        <a:latin typeface="Fandol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ed70c99367a4963" /><Relationship Type="http://schemas.openxmlformats.org/officeDocument/2006/relationships/notesMaster" Target="/ppt/notesMasters/notesMaster1.xml" Id="Rc8d8fd02cbd74e5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【本页开场，约 40 秒】</a:t>
            </a:r>
          </a:p>
          <a:p xmlns:a="http://schemas.openxmlformats.org/drawingml/2006/main">
            <a:r>
              <a:t>我们在 A2、A3 两个 Bay 的 48 台真实设备上做局部 MILP 验证，覆盖 4 个设备组、59 道区域工序。外部供需、槽位端口与轨道、设备组及尺寸类别数量固定，联合决定设备放在哪个槽位、工序在哪里加工以及进出物流如何分配。目标是最小化“运输量×有向轨道最短距离”的总和。参考成本 304,663,194.167，优化后 302,889,755.960，降低 0.582%；6 个槽位调整，主目标 gap 为 0，独立检查及固定新布局后的 LP 重评通过。这些是给定边界和 0.25 倍需求下的局部结果，尚未计搬迁成本。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【点击本页下划线链接，按 HTML 讲解，约 2 分钟】</a:t>
            </a:r>
          </a:p>
          <a:p xmlns:a="http://schemas.openxmlformats.org/drawingml/2006/main">
            <a:r>
              <a:t>1. 布局怎么变了：先看默认槽位 S0146。颜色表示设备组，这里从组 48 变成组 50，是槽位上的设备换了，并非把机器改造成另一种类型。4 种颜色都属于后段干法刻蚀设备；同组聚集没有写进模型，因此少量颜色分散。黑框只有 6 个，另外 42 个槽位保持原组。</a:t>
            </a:r>
          </a:p>
          <a:p xmlns:a="http://schemas.openxmlformats.org/drawingml/2006/main">
            <a:r>
              <a:t>切换“跟随具体设备看”，选择 ECH0155：它始终属于 DE_BE_50，从 A3 的 S0155 移至 A2 的 S0146，并对接目标槽位端口 ECH0146_Port1。其他设备同步重排，这是同组设备可交换条件下的一种具体身份实现。</a:t>
            </a:r>
          </a:p>
          <a:p xmlns:a="http://schemas.openxmlformats.org/drawingml/2006/main">
            <a:r>
              <a:t>2. 哪些工序受益：59 道区域工序中，18 道改善、41 道基本不变。选择示例 part_5 第 169 步，进入实际路径页。</a:t>
            </a:r>
          </a:p>
          <a:p xmlns:a="http://schemas.openxmlformats.org/drawingml/2006/main">
            <a:r>
              <a:t>3. 实际路径为什么变短：固定外部源 LITH0213 与外部目标 ECH0498。该工序优化前由 A3 的 ECH0163 加工，优化后改由搬到 A2 的 ECH0155 加工。不要把这解释成优化前也是 ECH0155 加工。每 lot 入程距离 172.418→179.535，出程 286.202→269.243，总计 458.620→448.778，降低 2.146%（显示值均为千原始距离单位）。入程变长，但出程缩短得更多，说明模型在权衡完整进出路径。2.146% 是这道工序的收益，整段 59 道工序的加权总收益为 0.582%。可切换前后线路显示以说明走向。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【边界答辩】</a:t>
            </a:r>
          </a:p>
          <a:p xmlns:a="http://schemas.openxmlformats.org/drawingml/2006/main">
            <a:r>
              <a:t>这是两 Bay 的条件局部模型；保留每个外部源供给、每个外部目标接收量及区域工序量。本例没有正的区域内部直接转移流，主要验证设备配置、加工与进出物流耦合。gap=0 仅指当前数学模型的主目标最优，不能推出全厂改善率、实际周期时间或经济收益。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【链接使用】</a:t>
            </a:r>
          </a:p>
          <a:p xmlns:a="http://schemas.openxmlformats.org/drawingml/2006/main">
            <a:r>
              <a:t>本 PPTX 与 MILP交互展示.html 放在同一文件夹；合并到总汇报后也保留这一相对位置。放映时点击下划线链接；编辑模式可 Ctrl+单击。若演示软件询问打开本地文件，允许打开即可。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【数据来源】</a:t>
            </a:r>
          </a:p>
          <a:p xmlns:a="http://schemas.openxmlformats.org/drawingml/2006/main">
            <a:r>
              <a:t>week6/汇报准备/MILP_A2_A3/summary.json、layout_result.csv、processing_flow.csv、boundary_flow.csv、equipment_relocation.csv、independent_checks.json；week6/交互展示/milp-data.json；week6/汇报成稿/MILP交互展示.html。</a:t>
            </a:r>
          </a:p>
          <a:p xmlns:a="http://schemas.openxmlformats.org/drawingml/2006/main">
            <a:r>
              <a:t>样式参考：用户提供的“第六周汇报_正文前三页_兼容版.pptx”。本页顺接正文前三页，页脚编号为 5。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03aa11941f437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4c40e0d6cb46c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799d450d9c4e9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783ade55f6439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c6d272e2b949f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b3097887644d1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1286B47-121E-44CD-97CB-F14656BD72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DDE515B-C255-4FAE-9DA6-671849976A2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4305CF3-F02A-4AE6-B290-9FC1D0DB5B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F819787-22D2-4159-BFCA-C790D1F297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CB24046-02F0-4449-95CC-273919C84EA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49A8D22-357C-433A-BB4A-40401A0944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7F58B64-5DFF-4F02-BD73-ACDFB0B291C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BAF54A3-4ABA-4BAE-8BEF-9EDB4D15700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9469B0A-B2D6-4DFC-A589-CA1E4665C1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DC36383-98CA-4B3B-894C-81A2D6DE5B5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8f8141fc08b4f43" /><Relationship Type="http://schemas.openxmlformats.org/officeDocument/2006/relationships/slideLayout" Target="/ppt/slideLayouts/slideLayout1.xml" Id="Rcc65fdf559874ef1" /><Relationship Type="http://schemas.openxmlformats.org/officeDocument/2006/relationships/slideLayout" Target="/ppt/slideLayouts/slideLayout2.xml" Id="Reec10a6b12c84968" /><Relationship Type="http://schemas.openxmlformats.org/officeDocument/2006/relationships/slideLayout" Target="/ppt/slideLayouts/slideLayout3.xml" Id="R7e9960720c604434" /><Relationship Type="http://schemas.openxmlformats.org/officeDocument/2006/relationships/slideLayout" Target="/ppt/slideLayouts/slideLayout4.xml" Id="R477ed63d7bf04c18" /><Relationship Type="http://schemas.openxmlformats.org/officeDocument/2006/relationships/slideLayout" Target="/ppt/slideLayouts/slideLayout5.xml" Id="Rafc70697e2804671" /><Relationship Type="http://schemas.openxmlformats.org/officeDocument/2006/relationships/slideLayout" Target="/ppt/slideLayouts/slideLayout6.xml" Id="Rfdb632f88d5d427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c65fdf559874ef1"/>
    <p:sldLayoutId xmlns:r="http://schemas.openxmlformats.org/officeDocument/2006/relationships" id="2147483650" r:id="Reec10a6b12c84968"/>
    <p:sldLayoutId xmlns:r="http://schemas.openxmlformats.org/officeDocument/2006/relationships" id="2147483651" r:id="R7e9960720c604434"/>
    <p:sldLayoutId xmlns:r="http://schemas.openxmlformats.org/officeDocument/2006/relationships" id="2147483652" r:id="R477ed63d7bf04c18"/>
    <p:sldLayoutId xmlns:r="http://schemas.openxmlformats.org/officeDocument/2006/relationships" id="2147483653" r:id="Rafc70697e2804671"/>
    <p:sldLayoutId xmlns:r="http://schemas.openxmlformats.org/officeDocument/2006/relationships" id="2147483654" r:id="Rfdb632f88d5d427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FandolHei"/>
        <a:ea typeface=""/>
        <a:cs typeface=""/>
      </a:majorFont>
      <a:minorFont>
        <a:latin typeface="Fandol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dbfc1e43b94482" /><Relationship Type="http://schemas.openxmlformats.org/officeDocument/2006/relationships/hyperlink" Target="MILP&#20132;&#20114;&#23637;&#31034;.html" TargetMode="External" Id="R5835266bb86c4616" /><Relationship Type="http://schemas.openxmlformats.org/officeDocument/2006/relationships/notesSlide" Target="/ppt/notesSlides/notesSlide1.xml" Id="Rfe96c887005c47f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021D515-ABD3-4B54-AA7C-FEEFAB07C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"/>
            <a:ext cx="122301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844" b="1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defPPr>
            <a:lvl1pPr algn="l">
              <a:defRPr sz="3844" b="1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1pPr>
            <a:lvl2pPr algn="l">
              <a:defRPr sz="3844" b="1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2pPr>
            <a:lvl3pPr algn="l">
              <a:defRPr sz="3844" b="1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3pPr>
            <a:lvl4pPr algn="l">
              <a:defRPr sz="3844" b="1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4pPr>
            <a:lvl5pPr algn="l">
              <a:defRPr sz="3844" b="1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5pPr>
            <a:lvl6pPr algn="l">
              <a:defRPr sz="3844" b="1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6pPr>
            <a:lvl7pPr algn="l">
              <a:defRPr sz="3844" b="1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7pPr>
            <a:lvl8pPr algn="l">
              <a:defRPr sz="3844" b="1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8pPr>
            <a:lvl9pPr algn="l">
              <a:defRPr sz="3844" b="1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9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3844" b="1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pPr>
            <a:r>
              <a:rPr sz="3844" b="1">
                <a:solidFill>
                  <a:srgbClr val="20212A"/>
                </a:solidFill>
                <a:latin typeface="FandolHei"/>
                <a:ea typeface="FandolHei"/>
                <a:cs typeface="FandolHei"/>
              </a:rPr>
              <a:t>E2：两 Bay 局部优化验证</a:t>
            </a:r>
          </a:p>
        </p:txBody>
      </p:sp>
      <p:sp>
        <p:nvSpPr>
          <p:cNvPr id="3" name="scope-heading">
            <a:extLst xmlns:a="http://schemas.openxmlformats.org/drawingml/2006/main">
              <a:ext uri="{FF2B5EF4-FFF2-40B4-BE49-F238E27FC236}">
                <a16:creationId xmlns:a16="http://schemas.microsoft.com/office/drawing/2014/main" id="{C9222C60-5F7D-4368-BA37-1C94A4DFB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62125"/>
            <a:ext cx="1219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20" b="1">
                <a:solidFill>
                  <a:srgbClr val="713A80"/>
                </a:solidFill>
                <a:latin typeface="FandolHei"/>
                <a:ea typeface="FandolHei"/>
                <a:cs typeface="FandolHei"/>
              </a:defRPr>
            </a:defPPr>
            <a:lvl1pPr algn="l">
              <a:defRPr sz="1920" b="1">
                <a:solidFill>
                  <a:srgbClr val="713A80"/>
                </a:solidFill>
                <a:latin typeface="FandolHei"/>
                <a:ea typeface="FandolHei"/>
                <a:cs typeface="FandolHei"/>
              </a:defRPr>
            </a:lvl1pPr>
            <a:lvl2pPr algn="l">
              <a:defRPr sz="1920" b="1">
                <a:solidFill>
                  <a:srgbClr val="713A80"/>
                </a:solidFill>
                <a:latin typeface="FandolHei"/>
                <a:ea typeface="FandolHei"/>
                <a:cs typeface="FandolHei"/>
              </a:defRPr>
            </a:lvl2pPr>
            <a:lvl3pPr algn="l">
              <a:defRPr sz="1920" b="1">
                <a:solidFill>
                  <a:srgbClr val="713A80"/>
                </a:solidFill>
                <a:latin typeface="FandolHei"/>
                <a:ea typeface="FandolHei"/>
                <a:cs typeface="FandolHei"/>
              </a:defRPr>
            </a:lvl3pPr>
            <a:lvl4pPr algn="l">
              <a:defRPr sz="1920" b="1">
                <a:solidFill>
                  <a:srgbClr val="713A80"/>
                </a:solidFill>
                <a:latin typeface="FandolHei"/>
                <a:ea typeface="FandolHei"/>
                <a:cs typeface="FandolHei"/>
              </a:defRPr>
            </a:lvl4pPr>
            <a:lvl5pPr algn="l">
              <a:defRPr sz="1920" b="1">
                <a:solidFill>
                  <a:srgbClr val="713A80"/>
                </a:solidFill>
                <a:latin typeface="FandolHei"/>
                <a:ea typeface="FandolHei"/>
                <a:cs typeface="FandolHei"/>
              </a:defRPr>
            </a:lvl5pPr>
            <a:lvl6pPr algn="l">
              <a:defRPr sz="1920" b="1">
                <a:solidFill>
                  <a:srgbClr val="713A80"/>
                </a:solidFill>
                <a:latin typeface="FandolHei"/>
                <a:ea typeface="FandolHei"/>
                <a:cs typeface="FandolHei"/>
              </a:defRPr>
            </a:lvl6pPr>
            <a:lvl7pPr algn="l">
              <a:defRPr sz="1920" b="1">
                <a:solidFill>
                  <a:srgbClr val="713A80"/>
                </a:solidFill>
                <a:latin typeface="FandolHei"/>
                <a:ea typeface="FandolHei"/>
                <a:cs typeface="FandolHei"/>
              </a:defRPr>
            </a:lvl7pPr>
            <a:lvl8pPr algn="l">
              <a:defRPr sz="1920" b="1">
                <a:solidFill>
                  <a:srgbClr val="713A80"/>
                </a:solidFill>
                <a:latin typeface="FandolHei"/>
                <a:ea typeface="FandolHei"/>
                <a:cs typeface="FandolHei"/>
              </a:defRPr>
            </a:lvl8pPr>
            <a:lvl9pPr algn="l">
              <a:defRPr sz="1920" b="1">
                <a:solidFill>
                  <a:srgbClr val="713A80"/>
                </a:solidFill>
                <a:latin typeface="FandolHei"/>
                <a:ea typeface="FandolHei"/>
                <a:cs typeface="FandolHei"/>
              </a:defRPr>
            </a:lvl9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1920" b="1">
                <a:solidFill>
                  <a:srgbClr val="713A80"/>
                </a:solidFill>
                <a:latin typeface="FandolHei"/>
                <a:ea typeface="FandolHei"/>
                <a:cs typeface="FandolHei"/>
              </a:defRPr>
            </a:pPr>
            <a:r>
              <a:rPr sz="1920" b="1">
                <a:solidFill>
                  <a:srgbClr val="713A80"/>
                </a:solidFill>
                <a:latin typeface="FandolHei"/>
                <a:ea typeface="FandolHei"/>
                <a:cs typeface="FandolHei"/>
              </a:rPr>
              <a:t>验证范围</a:t>
            </a:r>
          </a:p>
        </p:txBody>
      </p:sp>
      <p:sp>
        <p:nvSpPr>
          <p:cNvPr id="4" name="scope-body">
            <a:extLst xmlns:a="http://schemas.openxmlformats.org/drawingml/2006/main">
              <a:ext uri="{FF2B5EF4-FFF2-40B4-BE49-F238E27FC236}">
                <a16:creationId xmlns:a16="http://schemas.microsoft.com/office/drawing/2014/main" id="{CDB2A10D-DBDF-4936-ACCE-45B189136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38375"/>
            <a:ext cx="12192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defPPr>
            <a:lvl1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1pPr>
            <a:lvl2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2pPr>
            <a:lvl3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3pPr>
            <a:lvl4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4pPr>
            <a:lvl5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5pPr>
            <a:lvl6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6pPr>
            <a:lvl7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7pPr>
            <a:lvl8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8pPr>
            <a:lvl9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9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pPr>
            <a:r>
              <a: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rPr>
              <a:t>A2、A3：48 台设备、4 个设备组、59 道区域工序。</a:t>
            </a:r>
          </a:p>
        </p:txBody>
      </p:sp>
      <p:sp>
        <p:nvSpPr>
          <p:cNvPr id="5" name="optimization-heading">
            <a:extLst xmlns:a="http://schemas.openxmlformats.org/drawingml/2006/main">
              <a:ext uri="{FF2B5EF4-FFF2-40B4-BE49-F238E27FC236}">
                <a16:creationId xmlns:a16="http://schemas.microsoft.com/office/drawing/2014/main" id="{6AA0FC07-CFC4-469D-BA97-964D80B35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0"/>
            <a:ext cx="1219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20" b="1">
                <a:solidFill>
                  <a:srgbClr val="713A80"/>
                </a:solidFill>
                <a:latin typeface="FandolHei"/>
                <a:ea typeface="FandolHei"/>
                <a:cs typeface="FandolHei"/>
              </a:defRPr>
            </a:defPPr>
            <a:lvl1pPr algn="l">
              <a:defRPr sz="1920" b="1">
                <a:solidFill>
                  <a:srgbClr val="713A80"/>
                </a:solidFill>
                <a:latin typeface="FandolHei"/>
                <a:ea typeface="FandolHei"/>
                <a:cs typeface="FandolHei"/>
              </a:defRPr>
            </a:lvl1pPr>
            <a:lvl2pPr algn="l">
              <a:defRPr sz="1920" b="1">
                <a:solidFill>
                  <a:srgbClr val="713A80"/>
                </a:solidFill>
                <a:latin typeface="FandolHei"/>
                <a:ea typeface="FandolHei"/>
                <a:cs typeface="FandolHei"/>
              </a:defRPr>
            </a:lvl2pPr>
            <a:lvl3pPr algn="l">
              <a:defRPr sz="1920" b="1">
                <a:solidFill>
                  <a:srgbClr val="713A80"/>
                </a:solidFill>
                <a:latin typeface="FandolHei"/>
                <a:ea typeface="FandolHei"/>
                <a:cs typeface="FandolHei"/>
              </a:defRPr>
            </a:lvl3pPr>
            <a:lvl4pPr algn="l">
              <a:defRPr sz="1920" b="1">
                <a:solidFill>
                  <a:srgbClr val="713A80"/>
                </a:solidFill>
                <a:latin typeface="FandolHei"/>
                <a:ea typeface="FandolHei"/>
                <a:cs typeface="FandolHei"/>
              </a:defRPr>
            </a:lvl4pPr>
            <a:lvl5pPr algn="l">
              <a:defRPr sz="1920" b="1">
                <a:solidFill>
                  <a:srgbClr val="713A80"/>
                </a:solidFill>
                <a:latin typeface="FandolHei"/>
                <a:ea typeface="FandolHei"/>
                <a:cs typeface="FandolHei"/>
              </a:defRPr>
            </a:lvl5pPr>
            <a:lvl6pPr algn="l">
              <a:defRPr sz="1920" b="1">
                <a:solidFill>
                  <a:srgbClr val="713A80"/>
                </a:solidFill>
                <a:latin typeface="FandolHei"/>
                <a:ea typeface="FandolHei"/>
                <a:cs typeface="FandolHei"/>
              </a:defRPr>
            </a:lvl6pPr>
            <a:lvl7pPr algn="l">
              <a:defRPr sz="1920" b="1">
                <a:solidFill>
                  <a:srgbClr val="713A80"/>
                </a:solidFill>
                <a:latin typeface="FandolHei"/>
                <a:ea typeface="FandolHei"/>
                <a:cs typeface="FandolHei"/>
              </a:defRPr>
            </a:lvl7pPr>
            <a:lvl8pPr algn="l">
              <a:defRPr sz="1920" b="1">
                <a:solidFill>
                  <a:srgbClr val="713A80"/>
                </a:solidFill>
                <a:latin typeface="FandolHei"/>
                <a:ea typeface="FandolHei"/>
                <a:cs typeface="FandolHei"/>
              </a:defRPr>
            </a:lvl8pPr>
            <a:lvl9pPr algn="l">
              <a:defRPr sz="1920" b="1">
                <a:solidFill>
                  <a:srgbClr val="713A80"/>
                </a:solidFill>
                <a:latin typeface="FandolHei"/>
                <a:ea typeface="FandolHei"/>
                <a:cs typeface="FandolHei"/>
              </a:defRPr>
            </a:lvl9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1920" b="1">
                <a:solidFill>
                  <a:srgbClr val="713A80"/>
                </a:solidFill>
                <a:latin typeface="FandolHei"/>
                <a:ea typeface="FandolHei"/>
                <a:cs typeface="FandolHei"/>
              </a:defRPr>
            </a:pPr>
            <a:r>
              <a:rPr sz="1920" b="1">
                <a:solidFill>
                  <a:srgbClr val="713A80"/>
                </a:solidFill>
                <a:latin typeface="FandolHei"/>
                <a:ea typeface="FandolHei"/>
                <a:cs typeface="FandolHei"/>
              </a:rPr>
              <a:t>优化内容</a:t>
            </a:r>
          </a:p>
        </p:txBody>
      </p:sp>
      <p:sp>
        <p:nvSpPr>
          <p:cNvPr id="6" name="optimization-body">
            <a:extLst xmlns:a="http://schemas.openxmlformats.org/drawingml/2006/main">
              <a:ext uri="{FF2B5EF4-FFF2-40B4-BE49-F238E27FC236}">
                <a16:creationId xmlns:a16="http://schemas.microsoft.com/office/drawing/2014/main" id="{8769D087-5EB5-4D6D-82F0-B1E9853C4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0"/>
            <a:ext cx="12192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defPPr>
            <a:lvl1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1pPr>
            <a:lvl2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2pPr>
            <a:lvl3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3pPr>
            <a:lvl4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4pPr>
            <a:lvl5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5pPr>
            <a:lvl6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6pPr>
            <a:lvl7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7pPr>
            <a:lvl8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8pPr>
            <a:lvl9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9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pPr>
            <a:r>
              <a: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rPr>
              <a:t>固定外部供需及现有槽位，联合优化设备位置、加工量与进出物流分配。</a:t>
            </a:r>
          </a:p>
        </p:txBody>
      </p:sp>
      <p:sp>
        <p:nvSpPr>
          <p:cNvPr id="7" name="result-heading">
            <a:extLst xmlns:a="http://schemas.openxmlformats.org/drawingml/2006/main">
              <a:ext uri="{FF2B5EF4-FFF2-40B4-BE49-F238E27FC236}">
                <a16:creationId xmlns:a16="http://schemas.microsoft.com/office/drawing/2014/main" id="{C4109FDD-4B99-457B-8622-60A5899FC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33875"/>
            <a:ext cx="1219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20" b="1">
                <a:solidFill>
                  <a:srgbClr val="713A80"/>
                </a:solidFill>
                <a:latin typeface="FandolHei"/>
                <a:ea typeface="FandolHei"/>
                <a:cs typeface="FandolHei"/>
              </a:defRPr>
            </a:defPPr>
            <a:lvl1pPr algn="l">
              <a:defRPr sz="1920" b="1">
                <a:solidFill>
                  <a:srgbClr val="713A80"/>
                </a:solidFill>
                <a:latin typeface="FandolHei"/>
                <a:ea typeface="FandolHei"/>
                <a:cs typeface="FandolHei"/>
              </a:defRPr>
            </a:lvl1pPr>
            <a:lvl2pPr algn="l">
              <a:defRPr sz="1920" b="1">
                <a:solidFill>
                  <a:srgbClr val="713A80"/>
                </a:solidFill>
                <a:latin typeface="FandolHei"/>
                <a:ea typeface="FandolHei"/>
                <a:cs typeface="FandolHei"/>
              </a:defRPr>
            </a:lvl2pPr>
            <a:lvl3pPr algn="l">
              <a:defRPr sz="1920" b="1">
                <a:solidFill>
                  <a:srgbClr val="713A80"/>
                </a:solidFill>
                <a:latin typeface="FandolHei"/>
                <a:ea typeface="FandolHei"/>
                <a:cs typeface="FandolHei"/>
              </a:defRPr>
            </a:lvl3pPr>
            <a:lvl4pPr algn="l">
              <a:defRPr sz="1920" b="1">
                <a:solidFill>
                  <a:srgbClr val="713A80"/>
                </a:solidFill>
                <a:latin typeface="FandolHei"/>
                <a:ea typeface="FandolHei"/>
                <a:cs typeface="FandolHei"/>
              </a:defRPr>
            </a:lvl4pPr>
            <a:lvl5pPr algn="l">
              <a:defRPr sz="1920" b="1">
                <a:solidFill>
                  <a:srgbClr val="713A80"/>
                </a:solidFill>
                <a:latin typeface="FandolHei"/>
                <a:ea typeface="FandolHei"/>
                <a:cs typeface="FandolHei"/>
              </a:defRPr>
            </a:lvl5pPr>
            <a:lvl6pPr algn="l">
              <a:defRPr sz="1920" b="1">
                <a:solidFill>
                  <a:srgbClr val="713A80"/>
                </a:solidFill>
                <a:latin typeface="FandolHei"/>
                <a:ea typeface="FandolHei"/>
                <a:cs typeface="FandolHei"/>
              </a:defRPr>
            </a:lvl6pPr>
            <a:lvl7pPr algn="l">
              <a:defRPr sz="1920" b="1">
                <a:solidFill>
                  <a:srgbClr val="713A80"/>
                </a:solidFill>
                <a:latin typeface="FandolHei"/>
                <a:ea typeface="FandolHei"/>
                <a:cs typeface="FandolHei"/>
              </a:defRPr>
            </a:lvl7pPr>
            <a:lvl8pPr algn="l">
              <a:defRPr sz="1920" b="1">
                <a:solidFill>
                  <a:srgbClr val="713A80"/>
                </a:solidFill>
                <a:latin typeface="FandolHei"/>
                <a:ea typeface="FandolHei"/>
                <a:cs typeface="FandolHei"/>
              </a:defRPr>
            </a:lvl8pPr>
            <a:lvl9pPr algn="l">
              <a:defRPr sz="1920" b="1">
                <a:solidFill>
                  <a:srgbClr val="713A80"/>
                </a:solidFill>
                <a:latin typeface="FandolHei"/>
                <a:ea typeface="FandolHei"/>
                <a:cs typeface="FandolHei"/>
              </a:defRPr>
            </a:lvl9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1920" b="1">
                <a:solidFill>
                  <a:srgbClr val="713A80"/>
                </a:solidFill>
                <a:latin typeface="FandolHei"/>
                <a:ea typeface="FandolHei"/>
                <a:cs typeface="FandolHei"/>
              </a:defRPr>
            </a:pPr>
            <a:r>
              <a:rPr sz="1920" b="1">
                <a:solidFill>
                  <a:srgbClr val="713A80"/>
                </a:solidFill>
                <a:latin typeface="FandolHei"/>
                <a:ea typeface="FandolHei"/>
                <a:cs typeface="FandolHei"/>
              </a:rPr>
              <a:t>局部验证结果</a:t>
            </a:r>
          </a:p>
        </p:txBody>
      </p:sp>
      <p:sp>
        <p:nvSpPr>
          <p:cNvPr id="8" name="result-body">
            <a:extLst xmlns:a="http://schemas.openxmlformats.org/drawingml/2006/main">
              <a:ext uri="{FF2B5EF4-FFF2-40B4-BE49-F238E27FC236}">
                <a16:creationId xmlns:a16="http://schemas.microsoft.com/office/drawing/2014/main" id="{E24DED64-D84B-4249-AABC-DEAA3CD60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10125"/>
            <a:ext cx="12192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defPPr>
            <a:lvl1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1pPr>
            <a:lvl2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2pPr>
            <a:lvl3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3pPr>
            <a:lvl4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4pPr>
            <a:lvl5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5pPr>
            <a:lvl6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6pPr>
            <a:lvl7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7pPr>
            <a:lvl8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8pPr>
            <a:lvl9pPr algn="l"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lvl9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defRPr>
            </a:pPr>
            <a:r>
              <a:rPr sz="1920" b="0">
                <a:solidFill>
                  <a:srgbClr val="20212A"/>
                </a:solidFill>
                <a:latin typeface="FandolHei"/>
                <a:ea typeface="FandolHei"/>
                <a:cs typeface="FandolHei"/>
              </a:rPr>
              <a:t>局部加权运输距离降低 0.582%，调整 6 个槽位，主目标 gap = 0。</a:t>
            </a:r>
          </a:p>
        </p:txBody>
      </p:sp>
      <p:sp>
        <p:nvSpPr>
          <p:cNvPr id="9" name="OPEN_MILP_HTML">
            <a:extLst xmlns:a="http://schemas.openxmlformats.org/drawingml/2006/main">
              <a:ext uri="{FF2B5EF4-FFF2-40B4-BE49-F238E27FC236}">
                <a16:creationId xmlns:a16="http://schemas.microsoft.com/office/drawing/2014/main" id="{B19158C5-5C9D-49F5-9E77-6CEC4397F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53125"/>
            <a:ext cx="12192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20" b="0">
                <a:solidFill>
                  <a:srgbClr val="713A80"/>
                </a:solidFill>
                <a:latin typeface="FandolHei"/>
                <a:ea typeface="FandolHei"/>
                <a:cs typeface="FandolHei"/>
              </a:defRPr>
            </a:defPPr>
            <a:lvl1pPr algn="l">
              <a:defRPr sz="1920" b="0">
                <a:solidFill>
                  <a:srgbClr val="713A80"/>
                </a:solidFill>
                <a:latin typeface="FandolHei"/>
                <a:ea typeface="FandolHei"/>
                <a:cs typeface="FandolHei"/>
              </a:defRPr>
            </a:lvl1pPr>
            <a:lvl2pPr algn="l">
              <a:defRPr sz="1920" b="0">
                <a:solidFill>
                  <a:srgbClr val="713A80"/>
                </a:solidFill>
                <a:latin typeface="FandolHei"/>
                <a:ea typeface="FandolHei"/>
                <a:cs typeface="FandolHei"/>
              </a:defRPr>
            </a:lvl2pPr>
            <a:lvl3pPr algn="l">
              <a:defRPr sz="1920" b="0">
                <a:solidFill>
                  <a:srgbClr val="713A80"/>
                </a:solidFill>
                <a:latin typeface="FandolHei"/>
                <a:ea typeface="FandolHei"/>
                <a:cs typeface="FandolHei"/>
              </a:defRPr>
            </a:lvl3pPr>
            <a:lvl4pPr algn="l">
              <a:defRPr sz="1920" b="0">
                <a:solidFill>
                  <a:srgbClr val="713A80"/>
                </a:solidFill>
                <a:latin typeface="FandolHei"/>
                <a:ea typeface="FandolHei"/>
                <a:cs typeface="FandolHei"/>
              </a:defRPr>
            </a:lvl4pPr>
            <a:lvl5pPr algn="l">
              <a:defRPr sz="1920" b="0">
                <a:solidFill>
                  <a:srgbClr val="713A80"/>
                </a:solidFill>
                <a:latin typeface="FandolHei"/>
                <a:ea typeface="FandolHei"/>
                <a:cs typeface="FandolHei"/>
              </a:defRPr>
            </a:lvl5pPr>
            <a:lvl6pPr algn="l">
              <a:defRPr sz="1920" b="0">
                <a:solidFill>
                  <a:srgbClr val="713A80"/>
                </a:solidFill>
                <a:latin typeface="FandolHei"/>
                <a:ea typeface="FandolHei"/>
                <a:cs typeface="FandolHei"/>
              </a:defRPr>
            </a:lvl6pPr>
            <a:lvl7pPr algn="l">
              <a:defRPr sz="1920" b="0">
                <a:solidFill>
                  <a:srgbClr val="713A80"/>
                </a:solidFill>
                <a:latin typeface="FandolHei"/>
                <a:ea typeface="FandolHei"/>
                <a:cs typeface="FandolHei"/>
              </a:defRPr>
            </a:lvl7pPr>
            <a:lvl8pPr algn="l">
              <a:defRPr sz="1920" b="0">
                <a:solidFill>
                  <a:srgbClr val="713A80"/>
                </a:solidFill>
                <a:latin typeface="FandolHei"/>
                <a:ea typeface="FandolHei"/>
                <a:cs typeface="FandolHei"/>
              </a:defRPr>
            </a:lvl8pPr>
            <a:lvl9pPr algn="l">
              <a:defRPr sz="1920" b="0">
                <a:solidFill>
                  <a:srgbClr val="713A80"/>
                </a:solidFill>
                <a:latin typeface="FandolHei"/>
                <a:ea typeface="FandolHei"/>
                <a:cs typeface="FandolHei"/>
              </a:defRPr>
            </a:lvl9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1920" b="0">
                <a:solidFill>
                  <a:srgbClr val="713A80"/>
                </a:solidFill>
                <a:latin typeface="FandolHei"/>
                <a:ea typeface="FandolHei"/>
                <a:cs typeface="FandolHei"/>
              </a:defRPr>
            </a:pPr>
            <a:r>
              <a:rPr sz="1920" b="0" u="sng">
                <a:solidFill>
                  <a:srgbClr val="713A80"/>
                </a:solidFill>
                <a:latin typeface="FandolHei"/>
                <a:ea typeface="FandolHei"/>
                <a:cs typeface="FandolHei"/>
                <a:hlinkClick xmlns:r="http://schemas.openxmlformats.org/officeDocument/2006/relationships" r:id="R5835266bb86c4616"/>
              </a:rPr>
              <a:t>打开 HTML 交互展示</a:t>
            </a:r>
          </a:p>
        </p:txBody>
      </p:sp>
      <p:sp>
        <p:nvSpPr>
          <p:cNvPr id="10" name="validation-note">
            <a:extLst xmlns:a="http://schemas.openxmlformats.org/drawingml/2006/main">
              <a:ext uri="{FF2B5EF4-FFF2-40B4-BE49-F238E27FC236}">
                <a16:creationId xmlns:a16="http://schemas.microsoft.com/office/drawing/2014/main" id="{17CC98EF-2591-44C9-A63D-0ADFC3253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762750"/>
            <a:ext cx="1219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43" b="0">
                <a:solidFill>
                  <a:srgbClr val="696B75"/>
                </a:solidFill>
                <a:latin typeface="FandolHei"/>
                <a:ea typeface="FandolHei"/>
                <a:cs typeface="FandolHei"/>
              </a:defRPr>
            </a:defPPr>
            <a:lvl1pPr algn="l">
              <a:defRPr sz="1343" b="0">
                <a:solidFill>
                  <a:srgbClr val="696B75"/>
                </a:solidFill>
                <a:latin typeface="FandolHei"/>
                <a:ea typeface="FandolHei"/>
                <a:cs typeface="FandolHei"/>
              </a:defRPr>
            </a:lvl1pPr>
            <a:lvl2pPr algn="l">
              <a:defRPr sz="1343" b="0">
                <a:solidFill>
                  <a:srgbClr val="696B75"/>
                </a:solidFill>
                <a:latin typeface="FandolHei"/>
                <a:ea typeface="FandolHei"/>
                <a:cs typeface="FandolHei"/>
              </a:defRPr>
            </a:lvl2pPr>
            <a:lvl3pPr algn="l">
              <a:defRPr sz="1343" b="0">
                <a:solidFill>
                  <a:srgbClr val="696B75"/>
                </a:solidFill>
                <a:latin typeface="FandolHei"/>
                <a:ea typeface="FandolHei"/>
                <a:cs typeface="FandolHei"/>
              </a:defRPr>
            </a:lvl3pPr>
            <a:lvl4pPr algn="l">
              <a:defRPr sz="1343" b="0">
                <a:solidFill>
                  <a:srgbClr val="696B75"/>
                </a:solidFill>
                <a:latin typeface="FandolHei"/>
                <a:ea typeface="FandolHei"/>
                <a:cs typeface="FandolHei"/>
              </a:defRPr>
            </a:lvl4pPr>
            <a:lvl5pPr algn="l">
              <a:defRPr sz="1343" b="0">
                <a:solidFill>
                  <a:srgbClr val="696B75"/>
                </a:solidFill>
                <a:latin typeface="FandolHei"/>
                <a:ea typeface="FandolHei"/>
                <a:cs typeface="FandolHei"/>
              </a:defRPr>
            </a:lvl5pPr>
            <a:lvl6pPr algn="l">
              <a:defRPr sz="1343" b="0">
                <a:solidFill>
                  <a:srgbClr val="696B75"/>
                </a:solidFill>
                <a:latin typeface="FandolHei"/>
                <a:ea typeface="FandolHei"/>
                <a:cs typeface="FandolHei"/>
              </a:defRPr>
            </a:lvl6pPr>
            <a:lvl7pPr algn="l">
              <a:defRPr sz="1343" b="0">
                <a:solidFill>
                  <a:srgbClr val="696B75"/>
                </a:solidFill>
                <a:latin typeface="FandolHei"/>
                <a:ea typeface="FandolHei"/>
                <a:cs typeface="FandolHei"/>
              </a:defRPr>
            </a:lvl7pPr>
            <a:lvl8pPr algn="l">
              <a:defRPr sz="1343" b="0">
                <a:solidFill>
                  <a:srgbClr val="696B75"/>
                </a:solidFill>
                <a:latin typeface="FandolHei"/>
                <a:ea typeface="FandolHei"/>
                <a:cs typeface="FandolHei"/>
              </a:defRPr>
            </a:lvl8pPr>
            <a:lvl9pPr algn="l">
              <a:defRPr sz="1343" b="0">
                <a:solidFill>
                  <a:srgbClr val="696B75"/>
                </a:solidFill>
                <a:latin typeface="FandolHei"/>
                <a:ea typeface="FandolHei"/>
                <a:cs typeface="FandolHei"/>
              </a:defRPr>
            </a:lvl9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1343" b="0">
                <a:solidFill>
                  <a:srgbClr val="696B75"/>
                </a:solidFill>
                <a:latin typeface="FandolHei"/>
                <a:ea typeface="FandolHei"/>
                <a:cs typeface="FandolHei"/>
              </a:defRPr>
            </a:pPr>
            <a:r>
              <a:rPr sz="1343" b="0">
                <a:solidFill>
                  <a:srgbClr val="696B75"/>
                </a:solidFill>
                <a:latin typeface="FandolHei"/>
                <a:ea typeface="FandolHei"/>
                <a:cs typeface="FandolHei"/>
              </a:rPr>
              <a:t>需求系数 0.25；未计搬迁成本。改善率仅针对两 Bay 相关运输。</a:t>
            </a:r>
          </a:p>
        </p:txBody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8DD196A1-8E16-41C9-8809-FCCAAC5E6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086600"/>
            <a:ext cx="619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43" b="0">
                <a:solidFill>
                  <a:srgbClr val="696B75"/>
                </a:solidFill>
                <a:latin typeface="FandolHei"/>
                <a:ea typeface="FandolHei"/>
                <a:cs typeface="FandolHei"/>
              </a:defRPr>
            </a:defPPr>
            <a:lvl1pPr algn="l">
              <a:defRPr sz="1343" b="0">
                <a:solidFill>
                  <a:srgbClr val="696B75"/>
                </a:solidFill>
                <a:latin typeface="FandolHei"/>
                <a:ea typeface="FandolHei"/>
                <a:cs typeface="FandolHei"/>
              </a:defRPr>
            </a:lvl1pPr>
            <a:lvl2pPr algn="l">
              <a:defRPr sz="1343" b="0">
                <a:solidFill>
                  <a:srgbClr val="696B75"/>
                </a:solidFill>
                <a:latin typeface="FandolHei"/>
                <a:ea typeface="FandolHei"/>
                <a:cs typeface="FandolHei"/>
              </a:defRPr>
            </a:lvl2pPr>
            <a:lvl3pPr algn="l">
              <a:defRPr sz="1343" b="0">
                <a:solidFill>
                  <a:srgbClr val="696B75"/>
                </a:solidFill>
                <a:latin typeface="FandolHei"/>
                <a:ea typeface="FandolHei"/>
                <a:cs typeface="FandolHei"/>
              </a:defRPr>
            </a:lvl3pPr>
            <a:lvl4pPr algn="l">
              <a:defRPr sz="1343" b="0">
                <a:solidFill>
                  <a:srgbClr val="696B75"/>
                </a:solidFill>
                <a:latin typeface="FandolHei"/>
                <a:ea typeface="FandolHei"/>
                <a:cs typeface="FandolHei"/>
              </a:defRPr>
            </a:lvl4pPr>
            <a:lvl5pPr algn="l">
              <a:defRPr sz="1343" b="0">
                <a:solidFill>
                  <a:srgbClr val="696B75"/>
                </a:solidFill>
                <a:latin typeface="FandolHei"/>
                <a:ea typeface="FandolHei"/>
                <a:cs typeface="FandolHei"/>
              </a:defRPr>
            </a:lvl5pPr>
            <a:lvl6pPr algn="l">
              <a:defRPr sz="1343" b="0">
                <a:solidFill>
                  <a:srgbClr val="696B75"/>
                </a:solidFill>
                <a:latin typeface="FandolHei"/>
                <a:ea typeface="FandolHei"/>
                <a:cs typeface="FandolHei"/>
              </a:defRPr>
            </a:lvl6pPr>
            <a:lvl7pPr algn="l">
              <a:defRPr sz="1343" b="0">
                <a:solidFill>
                  <a:srgbClr val="696B75"/>
                </a:solidFill>
                <a:latin typeface="FandolHei"/>
                <a:ea typeface="FandolHei"/>
                <a:cs typeface="FandolHei"/>
              </a:defRPr>
            </a:lvl7pPr>
            <a:lvl8pPr algn="l">
              <a:defRPr sz="1343" b="0">
                <a:solidFill>
                  <a:srgbClr val="696B75"/>
                </a:solidFill>
                <a:latin typeface="FandolHei"/>
                <a:ea typeface="FandolHei"/>
                <a:cs typeface="FandolHei"/>
              </a:defRPr>
            </a:lvl8pPr>
            <a:lvl9pPr algn="l">
              <a:defRPr sz="1343" b="0">
                <a:solidFill>
                  <a:srgbClr val="696B75"/>
                </a:solidFill>
                <a:latin typeface="FandolHei"/>
                <a:ea typeface="FandolHei"/>
                <a:cs typeface="FandolHei"/>
              </a:defRPr>
            </a:lvl9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1343" b="0">
                <a:solidFill>
                  <a:srgbClr val="696B75"/>
                </a:solidFill>
                <a:latin typeface="FandolHei"/>
                <a:ea typeface="FandolHei"/>
                <a:cs typeface="FandolHei"/>
              </a:defRPr>
            </a:pPr>
            <a:r>
              <a:rPr sz="1343" b="0">
                <a:solidFill>
                  <a:srgbClr val="696B75"/>
                </a:solidFill>
                <a:latin typeface="FandolHei"/>
                <a:ea typeface="FandolHei"/>
                <a:cs typeface="FandolHei"/>
              </a:rPr>
              <a:t>A2 组   第六周课程设计</a:t>
            </a:r>
          </a:p>
        </p:txBody>
      </p:sp>
      <p:sp>
        <p:nvSpPr>
          <p:cNvPr id="1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0CAE136-CD40-4E07-AB73-BAB0D688B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7086600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343" b="0">
                <a:solidFill>
                  <a:srgbClr val="696B75"/>
                </a:solidFill>
                <a:latin typeface="FandolHei"/>
                <a:ea typeface="FandolHei"/>
                <a:cs typeface="FandolHei"/>
              </a:defRPr>
            </a:defPPr>
            <a:lvl1pPr algn="r">
              <a:defRPr sz="1343" b="0">
                <a:solidFill>
                  <a:srgbClr val="696B75"/>
                </a:solidFill>
                <a:latin typeface="FandolHei"/>
                <a:ea typeface="FandolHei"/>
                <a:cs typeface="FandolHei"/>
              </a:defRPr>
            </a:lvl1pPr>
            <a:lvl2pPr algn="r">
              <a:defRPr sz="1343" b="0">
                <a:solidFill>
                  <a:srgbClr val="696B75"/>
                </a:solidFill>
                <a:latin typeface="FandolHei"/>
                <a:ea typeface="FandolHei"/>
                <a:cs typeface="FandolHei"/>
              </a:defRPr>
            </a:lvl2pPr>
            <a:lvl3pPr algn="r">
              <a:defRPr sz="1343" b="0">
                <a:solidFill>
                  <a:srgbClr val="696B75"/>
                </a:solidFill>
                <a:latin typeface="FandolHei"/>
                <a:ea typeface="FandolHei"/>
                <a:cs typeface="FandolHei"/>
              </a:defRPr>
            </a:lvl3pPr>
            <a:lvl4pPr algn="r">
              <a:defRPr sz="1343" b="0">
                <a:solidFill>
                  <a:srgbClr val="696B75"/>
                </a:solidFill>
                <a:latin typeface="FandolHei"/>
                <a:ea typeface="FandolHei"/>
                <a:cs typeface="FandolHei"/>
              </a:defRPr>
            </a:lvl4pPr>
            <a:lvl5pPr algn="r">
              <a:defRPr sz="1343" b="0">
                <a:solidFill>
                  <a:srgbClr val="696B75"/>
                </a:solidFill>
                <a:latin typeface="FandolHei"/>
                <a:ea typeface="FandolHei"/>
                <a:cs typeface="FandolHei"/>
              </a:defRPr>
            </a:lvl5pPr>
            <a:lvl6pPr algn="r">
              <a:defRPr sz="1343" b="0">
                <a:solidFill>
                  <a:srgbClr val="696B75"/>
                </a:solidFill>
                <a:latin typeface="FandolHei"/>
                <a:ea typeface="FandolHei"/>
                <a:cs typeface="FandolHei"/>
              </a:defRPr>
            </a:lvl6pPr>
            <a:lvl7pPr algn="r">
              <a:defRPr sz="1343" b="0">
                <a:solidFill>
                  <a:srgbClr val="696B75"/>
                </a:solidFill>
                <a:latin typeface="FandolHei"/>
                <a:ea typeface="FandolHei"/>
                <a:cs typeface="FandolHei"/>
              </a:defRPr>
            </a:lvl7pPr>
            <a:lvl8pPr algn="r">
              <a:defRPr sz="1343" b="0">
                <a:solidFill>
                  <a:srgbClr val="696B75"/>
                </a:solidFill>
                <a:latin typeface="FandolHei"/>
                <a:ea typeface="FandolHei"/>
                <a:cs typeface="FandolHei"/>
              </a:defRPr>
            </a:lvl8pPr>
            <a:lvl9pPr algn="r">
              <a:defRPr sz="1343" b="0">
                <a:solidFill>
                  <a:srgbClr val="696B75"/>
                </a:solidFill>
                <a:latin typeface="FandolHei"/>
                <a:ea typeface="FandolHei"/>
                <a:cs typeface="FandolHei"/>
              </a:defRPr>
            </a:lvl9pPr>
          </a:lstStyle>
          <a:p xmlns:a="http://schemas.openxmlformats.org/drawingml/2006/main">
            <a:pPr algn="r">
              <a:lnSpc>
                <a:spcPct val="125000"/>
              </a:lnSpc>
              <a:buNone/>
              <a:defRPr sz="1343" b="0">
                <a:solidFill>
                  <a:srgbClr val="696B75"/>
                </a:solidFill>
                <a:latin typeface="FandolHei"/>
                <a:ea typeface="FandolHei"/>
                <a:cs typeface="FandolHei"/>
              </a:defRPr>
            </a:pPr>
            <a:r>
              <a:rPr sz="1343" b="0">
                <a:solidFill>
                  <a:srgbClr val="696B75"/>
                </a:solidFill>
                <a:latin typeface="FandolHei"/>
                <a:ea typeface="FandolHei"/>
                <a:cs typeface="FandolHe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8814230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FandolHei"/>
        <a:ea typeface=""/>
        <a:cs typeface=""/>
      </a:majorFont>
      <a:minorFont>
        <a:latin typeface="Fandol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2026-10-23T01:17:45.2440000Z</dcterms:created>
  <dcterms:modified xsi:type="dcterms:W3CDTF">2026-10-23T01:17:45.2440000Z</dcterms:modified>
</coreProperties>
</file>