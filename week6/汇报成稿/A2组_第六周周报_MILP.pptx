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fce747c48f4cef" /><Relationship Type="http://schemas.openxmlformats.org/officeDocument/2006/relationships/extended-properties" Target="/docProps/app.xml" Id="R57d3522d2a3e475b" /><Relationship Type="http://schemas.openxmlformats.org/officeDocument/2006/relationships/officeDocument" Target="/ppt/presentation.xml" Id="R3797fad8b5e049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347791c69c4947"/>
  </p:sldMasterIdLst>
  <p:notesMasterIdLst>
    <p:notesMasterId xmlns:r="http://schemas.openxmlformats.org/officeDocument/2006/relationships" r:id="Ree5faa9e574c48f3"/>
  </p:notesMasterIdLst>
  <p:sldIdLst>
    <p:sldId xmlns:r="http://schemas.openxmlformats.org/officeDocument/2006/relationships" id="256" r:id="R1c330570d29a44ca"/>
    <p:sldId xmlns:r="http://schemas.openxmlformats.org/officeDocument/2006/relationships" id="257" r:id="Rba74cc42f3534b2f"/>
    <p:sldId xmlns:r="http://schemas.openxmlformats.org/officeDocument/2006/relationships" id="258" r:id="R6e7259665a354f20"/>
    <p:sldId xmlns:r="http://schemas.openxmlformats.org/officeDocument/2006/relationships" id="259" r:id="R4852b99751fc4ffe"/>
    <p:sldId xmlns:r="http://schemas.openxmlformats.org/officeDocument/2006/relationships" id="260" r:id="Re4c5d575ddc74829"/>
    <p:sldId xmlns:r="http://schemas.openxmlformats.org/officeDocument/2006/relationships" id="261" r:id="R07fa755d8fc24eec"/>
    <p:sldId xmlns:r="http://schemas.openxmlformats.org/officeDocument/2006/relationships" id="262" r:id="R4f98ef0858eb4765"/>
    <p:sldId xmlns:r="http://schemas.openxmlformats.org/officeDocument/2006/relationships" id="263" r:id="R8b6ba7a7d77842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441f5fa1c445a4" /><Relationship Type="http://schemas.openxmlformats.org/officeDocument/2006/relationships/slideMaster" Target="/ppt/slideMasters/slideMaster1.xml" Id="R9c347791c69c4947" /><Relationship Type="http://schemas.openxmlformats.org/officeDocument/2006/relationships/notesMaster" Target="/ppt/notesMasters/notesMaster1.xml" Id="Ree5faa9e574c48f3" /><Relationship Type="http://schemas.openxmlformats.org/officeDocument/2006/relationships/presProps" Target="/ppt/presProps.xml" Id="Rff686bc43d51413a" /><Relationship Type="http://schemas.openxmlformats.org/officeDocument/2006/relationships/tableStyles" Target="/ppt/tableStyles.xml" Id="R49a977115be846c2" /><Relationship Type="http://schemas.openxmlformats.org/officeDocument/2006/relationships/slide" Target="/ppt/slides/slide1.xml" Id="R1c330570d29a44ca" /><Relationship Type="http://schemas.openxmlformats.org/officeDocument/2006/relationships/slide" Target="/ppt/slides/slide2.xml" Id="Rba74cc42f3534b2f" /><Relationship Type="http://schemas.openxmlformats.org/officeDocument/2006/relationships/slide" Target="/ppt/slides/slide3.xml" Id="R6e7259665a354f20" /><Relationship Type="http://schemas.openxmlformats.org/officeDocument/2006/relationships/slide" Target="/ppt/slides/slide4.xml" Id="R4852b99751fc4ffe" /><Relationship Type="http://schemas.openxmlformats.org/officeDocument/2006/relationships/slide" Target="/ppt/slides/slide5.xml" Id="Re4c5d575ddc74829" /><Relationship Type="http://schemas.openxmlformats.org/officeDocument/2006/relationships/slide" Target="/ppt/slides/slide6.xml" Id="R07fa755d8fc24eec" /><Relationship Type="http://schemas.openxmlformats.org/officeDocument/2006/relationships/slide" Target="/ppt/slides/slide7.xml" Id="R4f98ef0858eb4765" /><Relationship Type="http://schemas.openxmlformats.org/officeDocument/2006/relationships/slide" Target="/ppt/slides/slide8.xml" Id="R8b6ba7a7d77842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38bdcbf4746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2a16520837409a" /><Relationship Type="http://schemas.openxmlformats.org/officeDocument/2006/relationships/notesMaster" Target="/ppt/notesMasters/notesMaster1.xml" Id="R3f228e80e8a34b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1b095c105f4dbd" /><Relationship Type="http://schemas.openxmlformats.org/officeDocument/2006/relationships/notesMaster" Target="/ppt/notesMasters/notesMaster1.xml" Id="Raf61d2662bf346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ce56a5f7314d80" /><Relationship Type="http://schemas.openxmlformats.org/officeDocument/2006/relationships/notesMaster" Target="/ppt/notesMasters/notesMaster1.xml" Id="R8d0b7a29d79045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1b701327f7406b" /><Relationship Type="http://schemas.openxmlformats.org/officeDocument/2006/relationships/notesMaster" Target="/ppt/notesMasters/notesMaster1.xml" Id="R770e7f4a50c946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df83fa03ce468d" /><Relationship Type="http://schemas.openxmlformats.org/officeDocument/2006/relationships/notesMaster" Target="/ppt/notesMasters/notesMaster1.xml" Id="R4f312eb83bd24c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dc4c6c6b6d4e03" /><Relationship Type="http://schemas.openxmlformats.org/officeDocument/2006/relationships/notesMaster" Target="/ppt/notesMasters/notesMaster1.xml" Id="R4db23d150b8c47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f14fd82f054d5c" /><Relationship Type="http://schemas.openxmlformats.org/officeDocument/2006/relationships/notesMaster" Target="/ppt/notesMasters/notesMaster1.xml" Id="Rc8c5adc5ab384e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e97cee2a884cdc" /><Relationship Type="http://schemas.openxmlformats.org/officeDocument/2006/relationships/notesMaster" Target="/ppt/notesMasters/notesMaster1.xml" Id="Re5cd315405e942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25 秒。上周完成了静态布局恢复和配置建模。本周先建立可求解的参考布局评价，再选取 A2、A3 两个 Bay，验证设备位置与加工、运输流量的联合优化。本次讲述仅覆盖 MILP 方法。数据来源：F:/Grade4/课程设计/week6/汇报准备/MILP_A2_A3/summary.json、layout_result.csv、processing_flow.csv、boundary_flow.csv、equipment_relocation.csv、independent_checks.json。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秒。上周主要完成静态布局和数学方案。本周原有脚本完成了数据审计和固定参考布局 LP，设备位置保持固定。在这一基础上，新建两 Bay 的局部联合 MILP，位置变量、加工量和运输量同时求解。这样可以先检查模型，避免全厂规模掩盖建模问题。来源：week5/A2组_第五周周报_精简版(1).pdf；week6/output/e0_audit/audit_report.md；week6/output/e1_reference_lp_full/e1_summary.json。数据来源：F:/Grade4/课程设计/week6/汇报准备/MILP_A2_A3/summary.json、layout_result.csv、processing_flow.csv、boundary_flow.csv、equipment_relocation.csv、independent_check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55 秒。这张图说明裁剪边界。我们只调整 A2、A3 内的 48 台工艺设备，使用其现有槽位和端口。区域外的工序没有直接删掉，而是保留每个外部源的固定供给和每个外部目标的固定接收量。59 个产品工序在这个区域承担的加工量来自原完整弧参考解。MILP 决定这些工序在哪个槽位加工，以及进出区域的流量如何分配。轨道仍使用原有有向网络，距离路径可以经过区域外公共通道。本例参考流中没有正的区域内直接转移，因此当前验证重点是位置、加工和外部进出物流的耦合。数据来源：F:/Grade4/课程设计/week6/汇报准备/MILP_A2_A3/summary.json、layout_result.csv、processing_flow.csv、boundary_flow.csv、equipment_relocation.csv、independent_check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秒。x 是设备类型与尺寸类别到槽位的二元配置，y 和 f 是连续加工量和运输流量。工作中心数量及尺寸类别全部保持，只能匹配相同尺寸、工艺功能和 FE/BE 阶段的槽位。产能约束把配置与加工联系起来：没有相应设备的槽位不能分配该组加工量。距离由固定槽位端口预先计算，所以目标和约束仍是线性的。这里采用 0.25 倍需求，是当前参考实验场景。数据来源：F:/Grade4/课程设计/week6/汇报准备/MILP_A2_A3/summary.json、layout_result.csv、processing_flow.csv、boundary_flow.csv、equipment_relocation.csv、independent_checks.json。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秒。两幅图使用同一套真实槽位和坐标，颜色代表四个设备组，黑框表示设备组改变的槽位。主目标取得最优距离后，再尽量减少槽位变化，最终只需 6 个。S0146 表示参考设备 ECH0146 所在的固定槽位，并不是把 ECH0146 改造成另一种设备。具体设备类型保持不变，采用设备移动实现配置。图中按原始坐标的中心约定绘制。数据来源：F:/Grade4/课程设计/week6/汇报准备/MILP_A2_A3/summary.json、layout_result.csv、processing_flow.csv、boundary_flow.csv、equipment_relocation.csv、independent_check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65 秒。这里展示一台有明确新槽位加工分配的设备。ECH0155 属于 DE_BE_50，从 A3 的 S0155 移到 A2 的 S0146，设备类型和尺寸保持不变，但对接的固定端口变为 ECH0146_Port1。完整布局中，其他设备同步迁移，腾出并填补槽位。按同类设备可交换的模型，这是六台设备重排的一种具体身份实现。为了说明距离矩阵如何改变，我们固定同一外部源 LITH0213 比较两个槽位的有向最短路径，距离从 185.042 降到 179.535 千原始单位。新布局中 part_5 第169步在这一槽位有正流量。这个对照解释位置和端口改变的影响，并不表示整厂收益来自这一条路径；整体 0.582% 来自六台设备与加工物流的联合优化。数据来源：F:/Grade4/课程设计/week6/汇报准备/MILP_A2_A3/summary.json、layout_result.csv、processing_flow.csv、boundary_flow.csv、equipment_relocation.csv、independent_checks.json。路径对照来源：week6/汇报准备/presentation_data.json 中 example 字段。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45 秒。当前模型有8296个变量，其中173个为二元配置变量。参考局部加权距离约3.0466亿，优化后约3.0289亿，降低0.582%，求解器主目标gap为零。导出的CSV独立检查验证了设备数量、工艺兼容、加工需求、每个槽位的流入和流出、外部供需边界与产能。固定新布局后再次求解LP，成本与MILP一致。这里的最优性只针对给定槽位、给定生产边界的局部模型。数据来源：F:/Grade4/课程设计/week6/汇报准备/MILP_A2_A3/summary.json、layout_result.csv、processing_flow.csv、boundary_flow.csv、equipment_relocation.csv、independent_check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 35 秒。本周已经完成的是两Bay条件下的位置整数决策和加工物流联合验证。下一步继续控制在两到三个Bay，优先选择存在内部工序转移的区域，并限制产品与活跃工序规模，再做统一边界下的负荷敏感性。当前结果基于0.25倍需求以及批处理等效机时等确定性近似，抽检、返工、洁净、公用工程和动态拥堵仍需逐步补充。数据来源：F:/Grade4/课程设计/week6/汇报准备/MILP_A2_A3/summary.json、layout_result.csv、processing_flow.csv、boundary_flow.csv、equipment_relocation.csv、independent_check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6226de59384c8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6c680069cc42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1dd90eb614ef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586f50dc743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d62f3e53d64da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beeecf5fa144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F3CF9F-7E36-41FA-9386-AED0052B5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7F9545D-B732-43F9-91D0-0014983222A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748D6F-2F41-4B71-ACBE-358E3CCADE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85D334A-59D1-428E-8787-3660958AC2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00F619-146C-46AD-BAB8-048442D3F0E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C31C98A-8AC1-4B9B-8483-144D84F609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B08B13D-C4CA-408C-90BB-2E758DD8384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0331DE-7331-44DD-8BEB-70A06BFB2E2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59E2B9-57AB-4178-A5E9-3BF7396B85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A956D5-FAA0-43EE-BF71-59483E7F04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717a604a7e44f6" /><Relationship Type="http://schemas.openxmlformats.org/officeDocument/2006/relationships/slideLayout" Target="/ppt/slideLayouts/slideLayout1.xml" Id="R1dcda3062bf549d2" /><Relationship Type="http://schemas.openxmlformats.org/officeDocument/2006/relationships/slideLayout" Target="/ppt/slideLayouts/slideLayout2.xml" Id="Rb3da35c6153e4ead" /><Relationship Type="http://schemas.openxmlformats.org/officeDocument/2006/relationships/slideLayout" Target="/ppt/slideLayouts/slideLayout3.xml" Id="Rb1112774d8c44e3f" /><Relationship Type="http://schemas.openxmlformats.org/officeDocument/2006/relationships/slideLayout" Target="/ppt/slideLayouts/slideLayout4.xml" Id="R779ba0191e3940a3" /><Relationship Type="http://schemas.openxmlformats.org/officeDocument/2006/relationships/slideLayout" Target="/ppt/slideLayouts/slideLayout5.xml" Id="R22783ca8032f4022" /><Relationship Type="http://schemas.openxmlformats.org/officeDocument/2006/relationships/slideLayout" Target="/ppt/slideLayouts/slideLayout6.xml" Id="Rfe026ee0181d49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cda3062bf549d2"/>
    <p:sldLayoutId xmlns:r="http://schemas.openxmlformats.org/officeDocument/2006/relationships" id="2147483650" r:id="Rb3da35c6153e4ead"/>
    <p:sldLayoutId xmlns:r="http://schemas.openxmlformats.org/officeDocument/2006/relationships" id="2147483651" r:id="Rb1112774d8c44e3f"/>
    <p:sldLayoutId xmlns:r="http://schemas.openxmlformats.org/officeDocument/2006/relationships" id="2147483652" r:id="R779ba0191e3940a3"/>
    <p:sldLayoutId xmlns:r="http://schemas.openxmlformats.org/officeDocument/2006/relationships" id="2147483653" r:id="R22783ca8032f4022"/>
    <p:sldLayoutId xmlns:r="http://schemas.openxmlformats.org/officeDocument/2006/relationships" id="2147483654" r:id="Rfe026ee0181d49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0cff5b8f914b2b" /><Relationship Type="http://schemas.openxmlformats.org/officeDocument/2006/relationships/notesSlide" Target="/ppt/notesSlides/notesSlide1.xml" Id="R0e96055bc18244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21e2b3ba9e4d31" /><Relationship Type="http://schemas.openxmlformats.org/officeDocument/2006/relationships/notesSlide" Target="/ppt/notesSlides/notesSlide2.xml" Id="Rea3a501031f740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2a98481fe04cc5" /><Relationship Type="http://schemas.openxmlformats.org/officeDocument/2006/relationships/notesSlide" Target="/ppt/notesSlides/notesSlide3.xml" Id="R4f212ac0383d47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fde4a882cc4bc2" /><Relationship Type="http://schemas.openxmlformats.org/officeDocument/2006/relationships/notesSlide" Target="/ppt/notesSlides/notesSlide4.xml" Id="Rf068d84f091c4d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97c02dce3b4d08" /><Relationship Type="http://schemas.openxmlformats.org/officeDocument/2006/relationships/notesSlide" Target="/ppt/notesSlides/notesSlide5.xml" Id="R33b699a5b76a42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9f983e11b4fa1" /><Relationship Type="http://schemas.openxmlformats.org/officeDocument/2006/relationships/notesSlide" Target="/ppt/notesSlides/notesSlide6.xml" Id="Rdd0ce87abd7a4b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99dd9833954227" /><Relationship Type="http://schemas.openxmlformats.org/officeDocument/2006/relationships/notesSlide" Target="/ppt/notesSlides/notesSlide7.xml" Id="R749a293719ca4d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4e6f0e539b4652" /><Relationship Type="http://schemas.openxmlformats.org/officeDocument/2006/relationships/notesSlide" Target="/ppt/notesSlides/notesSlide8.xml" Id="Re8f6a5b0c61441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D5008C-2F11-4282-886C-FE406650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5232E"/>
                </a:solidFill>
              </a:defRPr>
            </a:defPPr>
            <a:lvl1pPr algn="l">
              <a:defRPr sz="3300" b="1">
                <a:solidFill>
                  <a:srgbClr val="25232E"/>
                </a:solidFill>
              </a:defRPr>
            </a:lvl1pPr>
            <a:lvl2pPr algn="l">
              <a:defRPr sz="3300" b="1">
                <a:solidFill>
                  <a:srgbClr val="25232E"/>
                </a:solidFill>
              </a:defRPr>
            </a:lvl2pPr>
            <a:lvl3pPr algn="l">
              <a:defRPr sz="3300" b="1">
                <a:solidFill>
                  <a:srgbClr val="25232E"/>
                </a:solidFill>
              </a:defRPr>
            </a:lvl3pPr>
            <a:lvl4pPr algn="l">
              <a:defRPr sz="3300" b="1">
                <a:solidFill>
                  <a:srgbClr val="25232E"/>
                </a:solidFill>
              </a:defRPr>
            </a:lvl4pPr>
            <a:lvl5pPr algn="l">
              <a:defRPr sz="3300" b="1">
                <a:solidFill>
                  <a:srgbClr val="25232E"/>
                </a:solidFill>
              </a:defRPr>
            </a:lvl5pPr>
            <a:lvl6pPr algn="l">
              <a:defRPr sz="3300" b="1">
                <a:solidFill>
                  <a:srgbClr val="25232E"/>
                </a:solidFill>
              </a:defRPr>
            </a:lvl6pPr>
            <a:lvl7pPr algn="l">
              <a:defRPr sz="3300" b="1">
                <a:solidFill>
                  <a:srgbClr val="25232E"/>
                </a:solidFill>
              </a:defRPr>
            </a:lvl7pPr>
            <a:lvl8pPr algn="l">
              <a:defRPr sz="3300" b="1">
                <a:solidFill>
                  <a:srgbClr val="25232E"/>
                </a:solidFill>
              </a:defRPr>
            </a:lvl8pPr>
            <a:lvl9pPr algn="l">
              <a:defRPr sz="33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5232E"/>
                </a:solidFill>
              </a:defRPr>
            </a:pPr>
            <a:r>
              <a:rPr sz="3300" b="1">
                <a:solidFill>
                  <a:srgbClr val="25232E"/>
                </a:solidFill>
              </a:rPr>
              <a:t>第六周课程设计工作周报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91A57B-3E84-492F-94F9-AB4A9BCE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16A78"/>
                </a:solidFill>
              </a:defRPr>
            </a:defPPr>
            <a:lvl1pPr algn="l">
              <a:defRPr sz="1275" b="0">
                <a:solidFill>
                  <a:srgbClr val="716A78"/>
                </a:solidFill>
              </a:defRPr>
            </a:lvl1pPr>
            <a:lvl2pPr algn="l">
              <a:defRPr sz="1275" b="0">
                <a:solidFill>
                  <a:srgbClr val="716A78"/>
                </a:solidFill>
              </a:defRPr>
            </a:lvl2pPr>
            <a:lvl3pPr algn="l">
              <a:defRPr sz="1275" b="0">
                <a:solidFill>
                  <a:srgbClr val="716A78"/>
                </a:solidFill>
              </a:defRPr>
            </a:lvl3pPr>
            <a:lvl4pPr algn="l">
              <a:defRPr sz="1275" b="0">
                <a:solidFill>
                  <a:srgbClr val="716A78"/>
                </a:solidFill>
              </a:defRPr>
            </a:lvl4pPr>
            <a:lvl5pPr algn="l">
              <a:defRPr sz="1275" b="0">
                <a:solidFill>
                  <a:srgbClr val="716A78"/>
                </a:solidFill>
              </a:defRPr>
            </a:lvl5pPr>
            <a:lvl6pPr algn="l">
              <a:defRPr sz="1275" b="0">
                <a:solidFill>
                  <a:srgbClr val="716A78"/>
                </a:solidFill>
              </a:defRPr>
            </a:lvl6pPr>
            <a:lvl7pPr algn="l">
              <a:defRPr sz="1275" b="0">
                <a:solidFill>
                  <a:srgbClr val="716A78"/>
                </a:solidFill>
              </a:defRPr>
            </a:lvl7pPr>
            <a:lvl8pPr algn="l">
              <a:defRPr sz="1275" b="0">
                <a:solidFill>
                  <a:srgbClr val="716A78"/>
                </a:solidFill>
              </a:defRPr>
            </a:lvl8pPr>
            <a:lvl9pPr algn="l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A2 组  第六周课程设计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667793-C60B-4D14-845A-81C971D4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0">
                <a:solidFill>
                  <a:srgbClr val="716A78"/>
                </a:solidFill>
              </a:defRPr>
            </a:defPPr>
            <a:lvl1pPr algn="r">
              <a:defRPr sz="1275" b="0">
                <a:solidFill>
                  <a:srgbClr val="716A78"/>
                </a:solidFill>
              </a:defRPr>
            </a:lvl1pPr>
            <a:lvl2pPr algn="r">
              <a:defRPr sz="1275" b="0">
                <a:solidFill>
                  <a:srgbClr val="716A78"/>
                </a:solidFill>
              </a:defRPr>
            </a:lvl2pPr>
            <a:lvl3pPr algn="r">
              <a:defRPr sz="1275" b="0">
                <a:solidFill>
                  <a:srgbClr val="716A78"/>
                </a:solidFill>
              </a:defRPr>
            </a:lvl3pPr>
            <a:lvl4pPr algn="r">
              <a:defRPr sz="1275" b="0">
                <a:solidFill>
                  <a:srgbClr val="716A78"/>
                </a:solidFill>
              </a:defRPr>
            </a:lvl4pPr>
            <a:lvl5pPr algn="r">
              <a:defRPr sz="1275" b="0">
                <a:solidFill>
                  <a:srgbClr val="716A78"/>
                </a:solidFill>
              </a:defRPr>
            </a:lvl5pPr>
            <a:lvl6pPr algn="r">
              <a:defRPr sz="1275" b="0">
                <a:solidFill>
                  <a:srgbClr val="716A78"/>
                </a:solidFill>
              </a:defRPr>
            </a:lvl6pPr>
            <a:lvl7pPr algn="r">
              <a:defRPr sz="1275" b="0">
                <a:solidFill>
                  <a:srgbClr val="716A78"/>
                </a:solidFill>
              </a:defRPr>
            </a:lvl7pPr>
            <a:lvl8pPr algn="r">
              <a:defRPr sz="1275" b="0">
                <a:solidFill>
                  <a:srgbClr val="716A78"/>
                </a:solidFill>
              </a:defRPr>
            </a:lvl8pPr>
            <a:lvl9pPr algn="r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1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BE5A7-E9EC-435E-8114-0AEF7433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4425" b="1">
                <a:solidFill>
                  <a:srgbClr val="25232E"/>
                </a:solidFill>
              </a:defRPr>
            </a:defPPr>
            <a:lvl1pPr algn="l">
              <a:defRPr sz="4425" b="1">
                <a:solidFill>
                  <a:srgbClr val="25232E"/>
                </a:solidFill>
              </a:defRPr>
            </a:lvl1pPr>
            <a:lvl2pPr algn="l">
              <a:defRPr sz="4425" b="1">
                <a:solidFill>
                  <a:srgbClr val="25232E"/>
                </a:solidFill>
              </a:defRPr>
            </a:lvl2pPr>
            <a:lvl3pPr algn="l">
              <a:defRPr sz="4425" b="1">
                <a:solidFill>
                  <a:srgbClr val="25232E"/>
                </a:solidFill>
              </a:defRPr>
            </a:lvl3pPr>
            <a:lvl4pPr algn="l">
              <a:defRPr sz="4425" b="1">
                <a:solidFill>
                  <a:srgbClr val="25232E"/>
                </a:solidFill>
              </a:defRPr>
            </a:lvl4pPr>
            <a:lvl5pPr algn="l">
              <a:defRPr sz="4425" b="1">
                <a:solidFill>
                  <a:srgbClr val="25232E"/>
                </a:solidFill>
              </a:defRPr>
            </a:lvl5pPr>
            <a:lvl6pPr algn="l">
              <a:defRPr sz="4425" b="1">
                <a:solidFill>
                  <a:srgbClr val="25232E"/>
                </a:solidFill>
              </a:defRPr>
            </a:lvl6pPr>
            <a:lvl7pPr algn="l">
              <a:defRPr sz="4425" b="1">
                <a:solidFill>
                  <a:srgbClr val="25232E"/>
                </a:solidFill>
              </a:defRPr>
            </a:lvl7pPr>
            <a:lvl8pPr algn="l">
              <a:defRPr sz="4425" b="1">
                <a:solidFill>
                  <a:srgbClr val="25232E"/>
                </a:solidFill>
              </a:defRPr>
            </a:lvl8pPr>
            <a:lvl9pPr algn="l">
              <a:defRPr sz="4425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4425" b="1">
                <a:solidFill>
                  <a:srgbClr val="25232E"/>
                </a:solidFill>
              </a:defRPr>
            </a:pPr>
            <a:r>
              <a:rPr sz="4425" b="1">
                <a:solidFill>
                  <a:srgbClr val="25232E"/>
                </a:solidFill>
              </a:rPr>
              <a:t>半导体制造系统</a:t>
            </a:r>
          </a:p>
          <a:p xmlns:a="http://schemas.openxmlformats.org/drawingml/2006/main">
            <a:pPr algn="l">
              <a:defRPr sz="4425" b="1">
                <a:solidFill>
                  <a:srgbClr val="25232E"/>
                </a:solidFill>
              </a:defRPr>
            </a:pPr>
            <a:r>
              <a:rPr sz="4425" b="1">
                <a:solidFill>
                  <a:srgbClr val="25232E"/>
                </a:solidFill>
              </a:rPr>
              <a:t>两 Bay 设备布局 MILP 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B3F627-056C-4083-AC6C-81B5FF86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0">
                <a:solidFill>
                  <a:srgbClr val="783C91"/>
                </a:solidFill>
              </a:defRPr>
            </a:defPPr>
            <a:lvl1pPr algn="l">
              <a:defRPr sz="2250" b="0">
                <a:solidFill>
                  <a:srgbClr val="783C91"/>
                </a:solidFill>
              </a:defRPr>
            </a:lvl1pPr>
            <a:lvl2pPr algn="l">
              <a:defRPr sz="2250" b="0">
                <a:solidFill>
                  <a:srgbClr val="783C91"/>
                </a:solidFill>
              </a:defRPr>
            </a:lvl2pPr>
            <a:lvl3pPr algn="l">
              <a:defRPr sz="2250" b="0">
                <a:solidFill>
                  <a:srgbClr val="783C91"/>
                </a:solidFill>
              </a:defRPr>
            </a:lvl3pPr>
            <a:lvl4pPr algn="l">
              <a:defRPr sz="2250" b="0">
                <a:solidFill>
                  <a:srgbClr val="783C91"/>
                </a:solidFill>
              </a:defRPr>
            </a:lvl4pPr>
            <a:lvl5pPr algn="l">
              <a:defRPr sz="2250" b="0">
                <a:solidFill>
                  <a:srgbClr val="783C91"/>
                </a:solidFill>
              </a:defRPr>
            </a:lvl5pPr>
            <a:lvl6pPr algn="l">
              <a:defRPr sz="2250" b="0">
                <a:solidFill>
                  <a:srgbClr val="783C91"/>
                </a:solidFill>
              </a:defRPr>
            </a:lvl6pPr>
            <a:lvl7pPr algn="l">
              <a:defRPr sz="2250" b="0">
                <a:solidFill>
                  <a:srgbClr val="783C91"/>
                </a:solidFill>
              </a:defRPr>
            </a:lvl7pPr>
            <a:lvl8pPr algn="l">
              <a:defRPr sz="2250" b="0">
                <a:solidFill>
                  <a:srgbClr val="783C91"/>
                </a:solidFill>
              </a:defRPr>
            </a:lvl8pPr>
            <a:lvl9pPr algn="l">
              <a:defRPr sz="2250" b="0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83C91"/>
                </a:solidFill>
              </a:defRPr>
            </a:pPr>
            <a:r>
              <a:rPr sz="2250" b="0">
                <a:solidFill>
                  <a:srgbClr val="783C91"/>
                </a:solidFill>
              </a:rPr>
              <a:t>参考布局评价与设备位置、加工流量的联合优化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738CCC-BEEA-4BD8-9C2A-9D977420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25232E"/>
                </a:solidFill>
              </a:defRPr>
            </a:defPPr>
            <a:lvl1pPr algn="l">
              <a:defRPr sz="2100" b="0">
                <a:solidFill>
                  <a:srgbClr val="25232E"/>
                </a:solidFill>
              </a:defRPr>
            </a:lvl1pPr>
            <a:lvl2pPr algn="l">
              <a:defRPr sz="2100" b="0">
                <a:solidFill>
                  <a:srgbClr val="25232E"/>
                </a:solidFill>
              </a:defRPr>
            </a:lvl2pPr>
            <a:lvl3pPr algn="l">
              <a:defRPr sz="2100" b="0">
                <a:solidFill>
                  <a:srgbClr val="25232E"/>
                </a:solidFill>
              </a:defRPr>
            </a:lvl3pPr>
            <a:lvl4pPr algn="l">
              <a:defRPr sz="2100" b="0">
                <a:solidFill>
                  <a:srgbClr val="25232E"/>
                </a:solidFill>
              </a:defRPr>
            </a:lvl4pPr>
            <a:lvl5pPr algn="l">
              <a:defRPr sz="2100" b="0">
                <a:solidFill>
                  <a:srgbClr val="25232E"/>
                </a:solidFill>
              </a:defRPr>
            </a:lvl5pPr>
            <a:lvl6pPr algn="l">
              <a:defRPr sz="2100" b="0">
                <a:solidFill>
                  <a:srgbClr val="25232E"/>
                </a:solidFill>
              </a:defRPr>
            </a:lvl6pPr>
            <a:lvl7pPr algn="l">
              <a:defRPr sz="2100" b="0">
                <a:solidFill>
                  <a:srgbClr val="25232E"/>
                </a:solidFill>
              </a:defRPr>
            </a:lvl7pPr>
            <a:lvl8pPr algn="l">
              <a:defRPr sz="2100" b="0">
                <a:solidFill>
                  <a:srgbClr val="25232E"/>
                </a:solidFill>
              </a:defRPr>
            </a:lvl8pPr>
            <a:lvl9pPr algn="l">
              <a:defRPr sz="210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232E"/>
                </a:solidFill>
              </a:defRPr>
            </a:pPr>
            <a:r>
              <a:rPr sz="2100" b="0">
                <a:solidFill>
                  <a:srgbClr val="25232E"/>
                </a:solidFill>
              </a:rPr>
              <a:t>A2、A3 真实槽位    48 台设备    173 个二元变量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3F455A-614B-45ED-A4AE-82C89934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29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5232E"/>
                </a:solidFill>
              </a:defRPr>
            </a:defPPr>
            <a:lvl1pPr algn="l">
              <a:defRPr sz="1800" b="0">
                <a:solidFill>
                  <a:srgbClr val="25232E"/>
                </a:solidFill>
              </a:defRPr>
            </a:lvl1pPr>
            <a:lvl2pPr algn="l">
              <a:defRPr sz="1800" b="0">
                <a:solidFill>
                  <a:srgbClr val="25232E"/>
                </a:solidFill>
              </a:defRPr>
            </a:lvl2pPr>
            <a:lvl3pPr algn="l">
              <a:defRPr sz="1800" b="0">
                <a:solidFill>
                  <a:srgbClr val="25232E"/>
                </a:solidFill>
              </a:defRPr>
            </a:lvl3pPr>
            <a:lvl4pPr algn="l">
              <a:defRPr sz="1800" b="0">
                <a:solidFill>
                  <a:srgbClr val="25232E"/>
                </a:solidFill>
              </a:defRPr>
            </a:lvl4pPr>
            <a:lvl5pPr algn="l">
              <a:defRPr sz="1800" b="0">
                <a:solidFill>
                  <a:srgbClr val="25232E"/>
                </a:solidFill>
              </a:defRPr>
            </a:lvl5pPr>
            <a:lvl6pPr algn="l">
              <a:defRPr sz="1800" b="0">
                <a:solidFill>
                  <a:srgbClr val="25232E"/>
                </a:solidFill>
              </a:defRPr>
            </a:lvl6pPr>
            <a:lvl7pPr algn="l">
              <a:defRPr sz="1800" b="0">
                <a:solidFill>
                  <a:srgbClr val="25232E"/>
                </a:solidFill>
              </a:defRPr>
            </a:lvl7pPr>
            <a:lvl8pPr algn="l">
              <a:defRPr sz="1800" b="0">
                <a:solidFill>
                  <a:srgbClr val="25232E"/>
                </a:solidFill>
              </a:defRPr>
            </a:lvl8pPr>
            <a:lvl9pPr algn="l">
              <a:defRPr sz="180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232E"/>
                </a:solidFill>
              </a:defRPr>
            </a:pPr>
            <a:r>
              <a:rPr sz="1800" b="0">
                <a:solidFill>
                  <a:srgbClr val="25232E"/>
                </a:solidFill>
              </a:rPr>
              <a:t>王嘉赫  刘若石  孙奕扬  周钦铭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40AAB6-2340-4218-8FE5-4FFA5D89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716A78"/>
                </a:solidFill>
              </a:defRPr>
            </a:defPPr>
            <a:lvl1pPr algn="l">
              <a:defRPr sz="1650" b="0">
                <a:solidFill>
                  <a:srgbClr val="716A78"/>
                </a:solidFill>
              </a:defRPr>
            </a:lvl1pPr>
            <a:lvl2pPr algn="l">
              <a:defRPr sz="1650" b="0">
                <a:solidFill>
                  <a:srgbClr val="716A78"/>
                </a:solidFill>
              </a:defRPr>
            </a:lvl2pPr>
            <a:lvl3pPr algn="l">
              <a:defRPr sz="1650" b="0">
                <a:solidFill>
                  <a:srgbClr val="716A78"/>
                </a:solidFill>
              </a:defRPr>
            </a:lvl3pPr>
            <a:lvl4pPr algn="l">
              <a:defRPr sz="1650" b="0">
                <a:solidFill>
                  <a:srgbClr val="716A78"/>
                </a:solidFill>
              </a:defRPr>
            </a:lvl4pPr>
            <a:lvl5pPr algn="l">
              <a:defRPr sz="1650" b="0">
                <a:solidFill>
                  <a:srgbClr val="716A78"/>
                </a:solidFill>
              </a:defRPr>
            </a:lvl5pPr>
            <a:lvl6pPr algn="l">
              <a:defRPr sz="1650" b="0">
                <a:solidFill>
                  <a:srgbClr val="716A78"/>
                </a:solidFill>
              </a:defRPr>
            </a:lvl6pPr>
            <a:lvl7pPr algn="l">
              <a:defRPr sz="1650" b="0">
                <a:solidFill>
                  <a:srgbClr val="716A78"/>
                </a:solidFill>
              </a:defRPr>
            </a:lvl7pPr>
            <a:lvl8pPr algn="l">
              <a:defRPr sz="1650" b="0">
                <a:solidFill>
                  <a:srgbClr val="716A78"/>
                </a:solidFill>
              </a:defRPr>
            </a:lvl8pPr>
            <a:lvl9pPr algn="l">
              <a:defRPr sz="1650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16A78"/>
                </a:solidFill>
              </a:defRPr>
            </a:pPr>
            <a:r>
              <a:rPr sz="1650" b="0">
                <a:solidFill>
                  <a:srgbClr val="716A78"/>
                </a:solidFill>
              </a:rPr>
              <a:t>指导老师：王晓芳    2026 年 10 月 22 日</a:t>
            </a:r>
          </a:p>
        </p:txBody>
      </p:sp>
    </p:spTree>
    <p:extLst>
      <p:ext uri="{BB962C8B-B14F-4D97-AF65-F5344CB8AC3E}">
        <p14:creationId xmlns:p14="http://schemas.microsoft.com/office/powerpoint/2010/main" val="938124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981CA-8A62-4F51-9B05-E93EE881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5232E"/>
                </a:solidFill>
              </a:defRPr>
            </a:defPPr>
            <a:lvl1pPr algn="l">
              <a:defRPr sz="3300" b="1">
                <a:solidFill>
                  <a:srgbClr val="25232E"/>
                </a:solidFill>
              </a:defRPr>
            </a:lvl1pPr>
            <a:lvl2pPr algn="l">
              <a:defRPr sz="3300" b="1">
                <a:solidFill>
                  <a:srgbClr val="25232E"/>
                </a:solidFill>
              </a:defRPr>
            </a:lvl2pPr>
            <a:lvl3pPr algn="l">
              <a:defRPr sz="3300" b="1">
                <a:solidFill>
                  <a:srgbClr val="25232E"/>
                </a:solidFill>
              </a:defRPr>
            </a:lvl3pPr>
            <a:lvl4pPr algn="l">
              <a:defRPr sz="3300" b="1">
                <a:solidFill>
                  <a:srgbClr val="25232E"/>
                </a:solidFill>
              </a:defRPr>
            </a:lvl4pPr>
            <a:lvl5pPr algn="l">
              <a:defRPr sz="3300" b="1">
                <a:solidFill>
                  <a:srgbClr val="25232E"/>
                </a:solidFill>
              </a:defRPr>
            </a:lvl5pPr>
            <a:lvl6pPr algn="l">
              <a:defRPr sz="3300" b="1">
                <a:solidFill>
                  <a:srgbClr val="25232E"/>
                </a:solidFill>
              </a:defRPr>
            </a:lvl6pPr>
            <a:lvl7pPr algn="l">
              <a:defRPr sz="3300" b="1">
                <a:solidFill>
                  <a:srgbClr val="25232E"/>
                </a:solidFill>
              </a:defRPr>
            </a:lvl7pPr>
            <a:lvl8pPr algn="l">
              <a:defRPr sz="3300" b="1">
                <a:solidFill>
                  <a:srgbClr val="25232E"/>
                </a:solidFill>
              </a:defRPr>
            </a:lvl8pPr>
            <a:lvl9pPr algn="l">
              <a:defRPr sz="33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5232E"/>
                </a:solidFill>
              </a:defRPr>
            </a:pPr>
            <a:r>
              <a:rPr sz="3300" b="1">
                <a:solidFill>
                  <a:srgbClr val="25232E"/>
                </a:solidFill>
              </a:rPr>
              <a:t>上周计划与本周完成情况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D4D2DF-EF25-437F-86D4-87F5CD51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16A78"/>
                </a:solidFill>
              </a:defRPr>
            </a:defPPr>
            <a:lvl1pPr algn="l">
              <a:defRPr sz="1275" b="0">
                <a:solidFill>
                  <a:srgbClr val="716A78"/>
                </a:solidFill>
              </a:defRPr>
            </a:lvl1pPr>
            <a:lvl2pPr algn="l">
              <a:defRPr sz="1275" b="0">
                <a:solidFill>
                  <a:srgbClr val="716A78"/>
                </a:solidFill>
              </a:defRPr>
            </a:lvl2pPr>
            <a:lvl3pPr algn="l">
              <a:defRPr sz="1275" b="0">
                <a:solidFill>
                  <a:srgbClr val="716A78"/>
                </a:solidFill>
              </a:defRPr>
            </a:lvl3pPr>
            <a:lvl4pPr algn="l">
              <a:defRPr sz="1275" b="0">
                <a:solidFill>
                  <a:srgbClr val="716A78"/>
                </a:solidFill>
              </a:defRPr>
            </a:lvl4pPr>
            <a:lvl5pPr algn="l">
              <a:defRPr sz="1275" b="0">
                <a:solidFill>
                  <a:srgbClr val="716A78"/>
                </a:solidFill>
              </a:defRPr>
            </a:lvl5pPr>
            <a:lvl6pPr algn="l">
              <a:defRPr sz="1275" b="0">
                <a:solidFill>
                  <a:srgbClr val="716A78"/>
                </a:solidFill>
              </a:defRPr>
            </a:lvl6pPr>
            <a:lvl7pPr algn="l">
              <a:defRPr sz="1275" b="0">
                <a:solidFill>
                  <a:srgbClr val="716A78"/>
                </a:solidFill>
              </a:defRPr>
            </a:lvl7pPr>
            <a:lvl8pPr algn="l">
              <a:defRPr sz="1275" b="0">
                <a:solidFill>
                  <a:srgbClr val="716A78"/>
                </a:solidFill>
              </a:defRPr>
            </a:lvl8pPr>
            <a:lvl9pPr algn="l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A2 组  第六周课程设计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F5B78-47ED-4E4B-8E91-8F7F8BE0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0">
                <a:solidFill>
                  <a:srgbClr val="716A78"/>
                </a:solidFill>
              </a:defRPr>
            </a:defPPr>
            <a:lvl1pPr algn="r">
              <a:defRPr sz="1275" b="0">
                <a:solidFill>
                  <a:srgbClr val="716A78"/>
                </a:solidFill>
              </a:defRPr>
            </a:lvl1pPr>
            <a:lvl2pPr algn="r">
              <a:defRPr sz="1275" b="0">
                <a:solidFill>
                  <a:srgbClr val="716A78"/>
                </a:solidFill>
              </a:defRPr>
            </a:lvl2pPr>
            <a:lvl3pPr algn="r">
              <a:defRPr sz="1275" b="0">
                <a:solidFill>
                  <a:srgbClr val="716A78"/>
                </a:solidFill>
              </a:defRPr>
            </a:lvl3pPr>
            <a:lvl4pPr algn="r">
              <a:defRPr sz="1275" b="0">
                <a:solidFill>
                  <a:srgbClr val="716A78"/>
                </a:solidFill>
              </a:defRPr>
            </a:lvl4pPr>
            <a:lvl5pPr algn="r">
              <a:defRPr sz="1275" b="0">
                <a:solidFill>
                  <a:srgbClr val="716A78"/>
                </a:solidFill>
              </a:defRPr>
            </a:lvl5pPr>
            <a:lvl6pPr algn="r">
              <a:defRPr sz="1275" b="0">
                <a:solidFill>
                  <a:srgbClr val="716A78"/>
                </a:solidFill>
              </a:defRPr>
            </a:lvl6pPr>
            <a:lvl7pPr algn="r">
              <a:defRPr sz="1275" b="0">
                <a:solidFill>
                  <a:srgbClr val="716A78"/>
                </a:solidFill>
              </a:defRPr>
            </a:lvl7pPr>
            <a:lvl8pPr algn="r">
              <a:defRPr sz="1275" b="0">
                <a:solidFill>
                  <a:srgbClr val="716A78"/>
                </a:solidFill>
              </a:defRPr>
            </a:lvl8pPr>
            <a:lvl9pPr algn="r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2 / 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8252B-D755-4B75-AFC5-40506D79C7C1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5238750"/>
                <a:gridCol w="4114800"/>
              </a:tblGrid>
              <a:tr h="809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3C91"/>
                          </a:solidFill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T w="9525">
                      <a:solidFill>
                        <a:srgbClr val="E5DFE9"/>
                      </a:solidFill>
                      <a:prstDash val="solid"/>
                    </a:lnT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3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3C91"/>
                          </a:solidFill>
                        </a:rPr>
                        <a:t>完成内容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T w="9525">
                      <a:solidFill>
                        <a:srgbClr val="E5DFE9"/>
                      </a:solidFill>
                      <a:prstDash val="solid"/>
                    </a:lnT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3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3C91"/>
                          </a:solidFill>
                        </a:rPr>
                        <a:t>对应产物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T w="9525">
                      <a:solidFill>
                        <a:srgbClr val="E5DFE9"/>
                      </a:solidFill>
                      <a:prstDash val="solid"/>
                    </a:lnT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3EDF7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上周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静态布局恢复、联合建模方案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设备与轨道图、数学模型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本周基础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生产与空间关联、参考布局 LP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审计表、完整运输弧结果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本周验证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两 Bay 位置与加工物流联合 MILP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布局坐标、流量、gap、检查记录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D2874-7A42-4E53-8996-012B3EB4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91125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783C91"/>
                </a:solidFill>
              </a:defRPr>
            </a:defPPr>
            <a:lvl1pPr algn="l">
              <a:defRPr sz="2400" b="1">
                <a:solidFill>
                  <a:srgbClr val="783C91"/>
                </a:solidFill>
              </a:defRPr>
            </a:lvl1pPr>
            <a:lvl2pPr algn="l">
              <a:defRPr sz="2400" b="1">
                <a:solidFill>
                  <a:srgbClr val="783C91"/>
                </a:solidFill>
              </a:defRPr>
            </a:lvl2pPr>
            <a:lvl3pPr algn="l">
              <a:defRPr sz="2400" b="1">
                <a:solidFill>
                  <a:srgbClr val="783C91"/>
                </a:solidFill>
              </a:defRPr>
            </a:lvl3pPr>
            <a:lvl4pPr algn="l">
              <a:defRPr sz="2400" b="1">
                <a:solidFill>
                  <a:srgbClr val="783C91"/>
                </a:solidFill>
              </a:defRPr>
            </a:lvl4pPr>
            <a:lvl5pPr algn="l">
              <a:defRPr sz="2400" b="1">
                <a:solidFill>
                  <a:srgbClr val="783C91"/>
                </a:solidFill>
              </a:defRPr>
            </a:lvl5pPr>
            <a:lvl6pPr algn="l">
              <a:defRPr sz="2400" b="1">
                <a:solidFill>
                  <a:srgbClr val="783C91"/>
                </a:solidFill>
              </a:defRPr>
            </a:lvl6pPr>
            <a:lvl7pPr algn="l">
              <a:defRPr sz="2400" b="1">
                <a:solidFill>
                  <a:srgbClr val="783C91"/>
                </a:solidFill>
              </a:defRPr>
            </a:lvl7pPr>
            <a:lvl8pPr algn="l">
              <a:defRPr sz="2400" b="1">
                <a:solidFill>
                  <a:srgbClr val="783C91"/>
                </a:solidFill>
              </a:defRPr>
            </a:lvl8pPr>
            <a:lvl9pPr algn="l">
              <a:defRPr sz="2400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783C91"/>
                </a:solidFill>
              </a:defRPr>
            </a:pPr>
            <a:r>
              <a:rPr sz="2400" b="1">
                <a:solidFill>
                  <a:srgbClr val="783C91"/>
                </a:solidFill>
              </a:rPr>
              <a:t>本周新增：设备位置进入整数决策，形成可复核的局部布局结果</a:t>
            </a:r>
          </a:p>
        </p:txBody>
      </p:sp>
    </p:spTree>
    <p:extLst>
      <p:ext uri="{BB962C8B-B14F-4D97-AF65-F5344CB8AC3E}">
        <p14:creationId xmlns:p14="http://schemas.microsoft.com/office/powerpoint/2010/main" val="11634123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19137-7EB9-4ADE-A9D8-80DEC1EE01F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858250" y="3438525"/>
            <a:ext cx="66675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3C91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5E3E9-3D73-4399-A698-3A1A7ED39357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3438525"/>
            <a:ext cx="666750" cy="142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3C91"/>
            </a:solidFill>
            <a:prstDash val="solid"/>
            <a:tailEnd type="arrow" w="med" len="me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F5C94-AC0B-4F4A-B8F4-B58CC64C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5232E"/>
                </a:solidFill>
              </a:defRPr>
            </a:defPPr>
            <a:lvl1pPr algn="l">
              <a:defRPr sz="3300" b="1">
                <a:solidFill>
                  <a:srgbClr val="25232E"/>
                </a:solidFill>
              </a:defRPr>
            </a:lvl1pPr>
            <a:lvl2pPr algn="l">
              <a:defRPr sz="3300" b="1">
                <a:solidFill>
                  <a:srgbClr val="25232E"/>
                </a:solidFill>
              </a:defRPr>
            </a:lvl2pPr>
            <a:lvl3pPr algn="l">
              <a:defRPr sz="3300" b="1">
                <a:solidFill>
                  <a:srgbClr val="25232E"/>
                </a:solidFill>
              </a:defRPr>
            </a:lvl3pPr>
            <a:lvl4pPr algn="l">
              <a:defRPr sz="3300" b="1">
                <a:solidFill>
                  <a:srgbClr val="25232E"/>
                </a:solidFill>
              </a:defRPr>
            </a:lvl4pPr>
            <a:lvl5pPr algn="l">
              <a:defRPr sz="3300" b="1">
                <a:solidFill>
                  <a:srgbClr val="25232E"/>
                </a:solidFill>
              </a:defRPr>
            </a:lvl5pPr>
            <a:lvl6pPr algn="l">
              <a:defRPr sz="3300" b="1">
                <a:solidFill>
                  <a:srgbClr val="25232E"/>
                </a:solidFill>
              </a:defRPr>
            </a:lvl6pPr>
            <a:lvl7pPr algn="l">
              <a:defRPr sz="3300" b="1">
                <a:solidFill>
                  <a:srgbClr val="25232E"/>
                </a:solidFill>
              </a:defRPr>
            </a:lvl7pPr>
            <a:lvl8pPr algn="l">
              <a:defRPr sz="3300" b="1">
                <a:solidFill>
                  <a:srgbClr val="25232E"/>
                </a:solidFill>
              </a:defRPr>
            </a:lvl8pPr>
            <a:lvl9pPr algn="l">
              <a:defRPr sz="33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5232E"/>
                </a:solidFill>
              </a:defRPr>
            </a:pPr>
            <a:r>
              <a:rPr sz="3300" b="1">
                <a:solidFill>
                  <a:srgbClr val="25232E"/>
                </a:solidFill>
              </a:rPr>
              <a:t>A2、A3 局部模型的边界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01D64-55F9-460B-BDD1-82BA5FA0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16A78"/>
                </a:solidFill>
              </a:defRPr>
            </a:defPPr>
            <a:lvl1pPr algn="l">
              <a:defRPr sz="1275" b="0">
                <a:solidFill>
                  <a:srgbClr val="716A78"/>
                </a:solidFill>
              </a:defRPr>
            </a:lvl1pPr>
            <a:lvl2pPr algn="l">
              <a:defRPr sz="1275" b="0">
                <a:solidFill>
                  <a:srgbClr val="716A78"/>
                </a:solidFill>
              </a:defRPr>
            </a:lvl2pPr>
            <a:lvl3pPr algn="l">
              <a:defRPr sz="1275" b="0">
                <a:solidFill>
                  <a:srgbClr val="716A78"/>
                </a:solidFill>
              </a:defRPr>
            </a:lvl3pPr>
            <a:lvl4pPr algn="l">
              <a:defRPr sz="1275" b="0">
                <a:solidFill>
                  <a:srgbClr val="716A78"/>
                </a:solidFill>
              </a:defRPr>
            </a:lvl4pPr>
            <a:lvl5pPr algn="l">
              <a:defRPr sz="1275" b="0">
                <a:solidFill>
                  <a:srgbClr val="716A78"/>
                </a:solidFill>
              </a:defRPr>
            </a:lvl5pPr>
            <a:lvl6pPr algn="l">
              <a:defRPr sz="1275" b="0">
                <a:solidFill>
                  <a:srgbClr val="716A78"/>
                </a:solidFill>
              </a:defRPr>
            </a:lvl6pPr>
            <a:lvl7pPr algn="l">
              <a:defRPr sz="1275" b="0">
                <a:solidFill>
                  <a:srgbClr val="716A78"/>
                </a:solidFill>
              </a:defRPr>
            </a:lvl7pPr>
            <a:lvl8pPr algn="l">
              <a:defRPr sz="1275" b="0">
                <a:solidFill>
                  <a:srgbClr val="716A78"/>
                </a:solidFill>
              </a:defRPr>
            </a:lvl8pPr>
            <a:lvl9pPr algn="l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A2 组  第六周课程设计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0211A8-7F45-4253-A821-642F9A03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0">
                <a:solidFill>
                  <a:srgbClr val="716A78"/>
                </a:solidFill>
              </a:defRPr>
            </a:defPPr>
            <a:lvl1pPr algn="r">
              <a:defRPr sz="1275" b="0">
                <a:solidFill>
                  <a:srgbClr val="716A78"/>
                </a:solidFill>
              </a:defRPr>
            </a:lvl1pPr>
            <a:lvl2pPr algn="r">
              <a:defRPr sz="1275" b="0">
                <a:solidFill>
                  <a:srgbClr val="716A78"/>
                </a:solidFill>
              </a:defRPr>
            </a:lvl2pPr>
            <a:lvl3pPr algn="r">
              <a:defRPr sz="1275" b="0">
                <a:solidFill>
                  <a:srgbClr val="716A78"/>
                </a:solidFill>
              </a:defRPr>
            </a:lvl3pPr>
            <a:lvl4pPr algn="r">
              <a:defRPr sz="1275" b="0">
                <a:solidFill>
                  <a:srgbClr val="716A78"/>
                </a:solidFill>
              </a:defRPr>
            </a:lvl4pPr>
            <a:lvl5pPr algn="r">
              <a:defRPr sz="1275" b="0">
                <a:solidFill>
                  <a:srgbClr val="716A78"/>
                </a:solidFill>
              </a:defRPr>
            </a:lvl5pPr>
            <a:lvl6pPr algn="r">
              <a:defRPr sz="1275" b="0">
                <a:solidFill>
                  <a:srgbClr val="716A78"/>
                </a:solidFill>
              </a:defRPr>
            </a:lvl6pPr>
            <a:lvl7pPr algn="r">
              <a:defRPr sz="1275" b="0">
                <a:solidFill>
                  <a:srgbClr val="716A78"/>
                </a:solidFill>
              </a:defRPr>
            </a:lvl7pPr>
            <a:lvl8pPr algn="r">
              <a:defRPr sz="1275" b="0">
                <a:solidFill>
                  <a:srgbClr val="716A78"/>
                </a:solidFill>
              </a:defRPr>
            </a:lvl8pPr>
            <a:lvl9pPr algn="r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3 / 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95B70-4DB0-4C8C-9D62-862937E9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762125"/>
            <a:ext cx="55245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3C9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45CF96-60A8-464C-9CA3-B5B61B1F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325" b="1">
                <a:solidFill>
                  <a:srgbClr val="783C91"/>
                </a:solidFill>
              </a:defRPr>
            </a:defPPr>
            <a:lvl1pPr algn="ctr">
              <a:defRPr sz="2325" b="1">
                <a:solidFill>
                  <a:srgbClr val="783C91"/>
                </a:solidFill>
              </a:defRPr>
            </a:lvl1pPr>
            <a:lvl2pPr algn="ctr">
              <a:defRPr sz="2325" b="1">
                <a:solidFill>
                  <a:srgbClr val="783C91"/>
                </a:solidFill>
              </a:defRPr>
            </a:lvl2pPr>
            <a:lvl3pPr algn="ctr">
              <a:defRPr sz="2325" b="1">
                <a:solidFill>
                  <a:srgbClr val="783C91"/>
                </a:solidFill>
              </a:defRPr>
            </a:lvl3pPr>
            <a:lvl4pPr algn="ctr">
              <a:defRPr sz="2325" b="1">
                <a:solidFill>
                  <a:srgbClr val="783C91"/>
                </a:solidFill>
              </a:defRPr>
            </a:lvl4pPr>
            <a:lvl5pPr algn="ctr">
              <a:defRPr sz="2325" b="1">
                <a:solidFill>
                  <a:srgbClr val="783C91"/>
                </a:solidFill>
              </a:defRPr>
            </a:lvl5pPr>
            <a:lvl6pPr algn="ctr">
              <a:defRPr sz="2325" b="1">
                <a:solidFill>
                  <a:srgbClr val="783C91"/>
                </a:solidFill>
              </a:defRPr>
            </a:lvl6pPr>
            <a:lvl7pPr algn="ctr">
              <a:defRPr sz="2325" b="1">
                <a:solidFill>
                  <a:srgbClr val="783C91"/>
                </a:solidFill>
              </a:defRPr>
            </a:lvl7pPr>
            <a:lvl8pPr algn="ctr">
              <a:defRPr sz="2325" b="1">
                <a:solidFill>
                  <a:srgbClr val="783C91"/>
                </a:solidFill>
              </a:defRPr>
            </a:lvl8pPr>
            <a:lvl9pPr algn="ctr">
              <a:defRPr sz="2325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783C91"/>
                </a:solidFill>
              </a:defRPr>
            </a:pPr>
            <a:r>
              <a:rPr sz="2325" b="1">
                <a:solidFill>
                  <a:srgbClr val="783C91"/>
                </a:solidFill>
              </a:rPr>
              <a:t>优化区域：A2 与 A3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ADE798-DABF-4DDE-BF01-59935BD2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67000"/>
            <a:ext cx="209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0F8"/>
          </a:solidFill>
          <a:ln xmlns:a="http://schemas.openxmlformats.org/drawingml/2006/main" w="9525">
            <a:solidFill>
              <a:srgbClr val="783C9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908BE-E813-4695-921E-AE2EEB81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00350"/>
            <a:ext cx="171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325" b="1">
                <a:solidFill>
                  <a:srgbClr val="783C91"/>
                </a:solidFill>
              </a:defRPr>
            </a:defPPr>
            <a:lvl1pPr algn="ctr">
              <a:defRPr sz="2325" b="1">
                <a:solidFill>
                  <a:srgbClr val="783C91"/>
                </a:solidFill>
              </a:defRPr>
            </a:lvl1pPr>
            <a:lvl2pPr algn="ctr">
              <a:defRPr sz="2325" b="1">
                <a:solidFill>
                  <a:srgbClr val="783C91"/>
                </a:solidFill>
              </a:defRPr>
            </a:lvl2pPr>
            <a:lvl3pPr algn="ctr">
              <a:defRPr sz="2325" b="1">
                <a:solidFill>
                  <a:srgbClr val="783C91"/>
                </a:solidFill>
              </a:defRPr>
            </a:lvl3pPr>
            <a:lvl4pPr algn="ctr">
              <a:defRPr sz="2325" b="1">
                <a:solidFill>
                  <a:srgbClr val="783C91"/>
                </a:solidFill>
              </a:defRPr>
            </a:lvl4pPr>
            <a:lvl5pPr algn="ctr">
              <a:defRPr sz="2325" b="1">
                <a:solidFill>
                  <a:srgbClr val="783C91"/>
                </a:solidFill>
              </a:defRPr>
            </a:lvl5pPr>
            <a:lvl6pPr algn="ctr">
              <a:defRPr sz="2325" b="1">
                <a:solidFill>
                  <a:srgbClr val="783C91"/>
                </a:solidFill>
              </a:defRPr>
            </a:lvl6pPr>
            <a:lvl7pPr algn="ctr">
              <a:defRPr sz="2325" b="1">
                <a:solidFill>
                  <a:srgbClr val="783C91"/>
                </a:solidFill>
              </a:defRPr>
            </a:lvl7pPr>
            <a:lvl8pPr algn="ctr">
              <a:defRPr sz="2325" b="1">
                <a:solidFill>
                  <a:srgbClr val="783C91"/>
                </a:solidFill>
              </a:defRPr>
            </a:lvl8pPr>
            <a:lvl9pPr algn="ctr">
              <a:defRPr sz="2325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783C91"/>
                </a:solidFill>
              </a:defRPr>
            </a:pPr>
            <a:r>
              <a:rPr sz="2325" b="1">
                <a:solidFill>
                  <a:srgbClr val="783C91"/>
                </a:solidFill>
              </a:rPr>
              <a:t>A2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0DB9F-1010-4BF8-A3FE-BEA2F9AB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248025"/>
            <a:ext cx="1809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0">
                <a:solidFill>
                  <a:srgbClr val="25232E"/>
                </a:solidFill>
              </a:defRPr>
            </a:defPPr>
            <a:lvl1pPr algn="ctr">
              <a:defRPr sz="1650" b="0">
                <a:solidFill>
                  <a:srgbClr val="25232E"/>
                </a:solidFill>
              </a:defRPr>
            </a:lvl1pPr>
            <a:lvl2pPr algn="ctr">
              <a:defRPr sz="1650" b="0">
                <a:solidFill>
                  <a:srgbClr val="25232E"/>
                </a:solidFill>
              </a:defRPr>
            </a:lvl2pPr>
            <a:lvl3pPr algn="ctr">
              <a:defRPr sz="1650" b="0">
                <a:solidFill>
                  <a:srgbClr val="25232E"/>
                </a:solidFill>
              </a:defRPr>
            </a:lvl3pPr>
            <a:lvl4pPr algn="ctr">
              <a:defRPr sz="1650" b="0">
                <a:solidFill>
                  <a:srgbClr val="25232E"/>
                </a:solidFill>
              </a:defRPr>
            </a:lvl4pPr>
            <a:lvl5pPr algn="ctr">
              <a:defRPr sz="1650" b="0">
                <a:solidFill>
                  <a:srgbClr val="25232E"/>
                </a:solidFill>
              </a:defRPr>
            </a:lvl5pPr>
            <a:lvl6pPr algn="ctr">
              <a:defRPr sz="1650" b="0">
                <a:solidFill>
                  <a:srgbClr val="25232E"/>
                </a:solidFill>
              </a:defRPr>
            </a:lvl6pPr>
            <a:lvl7pPr algn="ctr">
              <a:defRPr sz="1650" b="0">
                <a:solidFill>
                  <a:srgbClr val="25232E"/>
                </a:solidFill>
              </a:defRPr>
            </a:lvl7pPr>
            <a:lvl8pPr algn="ctr">
              <a:defRPr sz="1650" b="0">
                <a:solidFill>
                  <a:srgbClr val="25232E"/>
                </a:solidFill>
              </a:defRPr>
            </a:lvl8pPr>
            <a:lvl9pPr algn="ctr">
              <a:defRPr sz="165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5232E"/>
                </a:solidFill>
              </a:defRPr>
            </a:pPr>
            <a:r>
              <a:rPr sz="1650" b="0">
                <a:solidFill>
                  <a:srgbClr val="25232E"/>
                </a:solidFill>
              </a:rPr>
              <a:t>24 台工艺设备</a:t>
            </a:r>
          </a:p>
          <a:p xmlns:a="http://schemas.openxmlformats.org/drawingml/2006/main">
            <a:pPr algn="ctr">
              <a:defRPr sz="1650" b="0">
                <a:solidFill>
                  <a:srgbClr val="25232E"/>
                </a:solidFill>
              </a:defRPr>
            </a:pPr>
            <a:r>
              <a:rPr sz="1650" b="0">
                <a:solidFill>
                  <a:srgbClr val="25232E"/>
                </a:solidFill>
              </a:rPr>
              <a:t>设备组 13、48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1709D-AABA-4862-95C4-EACAEBCF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095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6"/>
          </a:solidFill>
          <a:ln xmlns:a="http://schemas.openxmlformats.org/drawingml/2006/main" w="9525">
            <a:solidFill>
              <a:srgbClr val="168E9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48A8E7-B12A-4765-9E13-31740CDF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1714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325" b="1">
                <a:solidFill>
                  <a:srgbClr val="168E93"/>
                </a:solidFill>
              </a:defRPr>
            </a:defPPr>
            <a:lvl1pPr algn="ctr">
              <a:defRPr sz="2325" b="1">
                <a:solidFill>
                  <a:srgbClr val="168E93"/>
                </a:solidFill>
              </a:defRPr>
            </a:lvl1pPr>
            <a:lvl2pPr algn="ctr">
              <a:defRPr sz="2325" b="1">
                <a:solidFill>
                  <a:srgbClr val="168E93"/>
                </a:solidFill>
              </a:defRPr>
            </a:lvl2pPr>
            <a:lvl3pPr algn="ctr">
              <a:defRPr sz="2325" b="1">
                <a:solidFill>
                  <a:srgbClr val="168E93"/>
                </a:solidFill>
              </a:defRPr>
            </a:lvl3pPr>
            <a:lvl4pPr algn="ctr">
              <a:defRPr sz="2325" b="1">
                <a:solidFill>
                  <a:srgbClr val="168E93"/>
                </a:solidFill>
              </a:defRPr>
            </a:lvl4pPr>
            <a:lvl5pPr algn="ctr">
              <a:defRPr sz="2325" b="1">
                <a:solidFill>
                  <a:srgbClr val="168E93"/>
                </a:solidFill>
              </a:defRPr>
            </a:lvl5pPr>
            <a:lvl6pPr algn="ctr">
              <a:defRPr sz="2325" b="1">
                <a:solidFill>
                  <a:srgbClr val="168E93"/>
                </a:solidFill>
              </a:defRPr>
            </a:lvl6pPr>
            <a:lvl7pPr algn="ctr">
              <a:defRPr sz="2325" b="1">
                <a:solidFill>
                  <a:srgbClr val="168E93"/>
                </a:solidFill>
              </a:defRPr>
            </a:lvl7pPr>
            <a:lvl8pPr algn="ctr">
              <a:defRPr sz="2325" b="1">
                <a:solidFill>
                  <a:srgbClr val="168E93"/>
                </a:solidFill>
              </a:defRPr>
            </a:lvl8pPr>
            <a:lvl9pPr algn="ctr">
              <a:defRPr sz="2325" b="1">
                <a:solidFill>
                  <a:srgbClr val="168E93"/>
                </a:solidFill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168E93"/>
                </a:solidFill>
              </a:defRPr>
            </a:pPr>
            <a:r>
              <a:rPr sz="2325" b="1">
                <a:solidFill>
                  <a:srgbClr val="168E93"/>
                </a:solidFill>
              </a:rPr>
              <a:t>A3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E3B00-54C7-44C9-B97C-757F6097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48025"/>
            <a:ext cx="1981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0">
                <a:solidFill>
                  <a:srgbClr val="25232E"/>
                </a:solidFill>
              </a:defRPr>
            </a:defPPr>
            <a:lvl1pPr algn="ctr">
              <a:defRPr sz="1650" b="0">
                <a:solidFill>
                  <a:srgbClr val="25232E"/>
                </a:solidFill>
              </a:defRPr>
            </a:lvl1pPr>
            <a:lvl2pPr algn="ctr">
              <a:defRPr sz="1650" b="0">
                <a:solidFill>
                  <a:srgbClr val="25232E"/>
                </a:solidFill>
              </a:defRPr>
            </a:lvl2pPr>
            <a:lvl3pPr algn="ctr">
              <a:defRPr sz="1650" b="0">
                <a:solidFill>
                  <a:srgbClr val="25232E"/>
                </a:solidFill>
              </a:defRPr>
            </a:lvl3pPr>
            <a:lvl4pPr algn="ctr">
              <a:defRPr sz="1650" b="0">
                <a:solidFill>
                  <a:srgbClr val="25232E"/>
                </a:solidFill>
              </a:defRPr>
            </a:lvl4pPr>
            <a:lvl5pPr algn="ctr">
              <a:defRPr sz="1650" b="0">
                <a:solidFill>
                  <a:srgbClr val="25232E"/>
                </a:solidFill>
              </a:defRPr>
            </a:lvl5pPr>
            <a:lvl6pPr algn="ctr">
              <a:defRPr sz="1650" b="0">
                <a:solidFill>
                  <a:srgbClr val="25232E"/>
                </a:solidFill>
              </a:defRPr>
            </a:lvl6pPr>
            <a:lvl7pPr algn="ctr">
              <a:defRPr sz="1650" b="0">
                <a:solidFill>
                  <a:srgbClr val="25232E"/>
                </a:solidFill>
              </a:defRPr>
            </a:lvl7pPr>
            <a:lvl8pPr algn="ctr">
              <a:defRPr sz="1650" b="0">
                <a:solidFill>
                  <a:srgbClr val="25232E"/>
                </a:solidFill>
              </a:defRPr>
            </a:lvl8pPr>
            <a:lvl9pPr algn="ctr">
              <a:defRPr sz="165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5232E"/>
                </a:solidFill>
              </a:defRPr>
            </a:pPr>
            <a:r>
              <a:rPr sz="1650" b="0">
                <a:solidFill>
                  <a:srgbClr val="25232E"/>
                </a:solidFill>
              </a:rPr>
              <a:t>24 台工艺设备</a:t>
            </a:r>
          </a:p>
          <a:p xmlns:a="http://schemas.openxmlformats.org/drawingml/2006/main">
            <a:pPr algn="ctr">
              <a:defRPr sz="1650" b="0">
                <a:solidFill>
                  <a:srgbClr val="25232E"/>
                </a:solidFill>
              </a:defRPr>
            </a:pPr>
            <a:r>
              <a:rPr sz="1650" b="0">
                <a:solidFill>
                  <a:srgbClr val="25232E"/>
                </a:solidFill>
              </a:rPr>
              <a:t>组 48 / 50 / 65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3F3AEE-9AD5-42CE-B14E-2763D53B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52925"/>
            <a:ext cx="5000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75" b="0">
                <a:solidFill>
                  <a:srgbClr val="25232E"/>
                </a:solidFill>
              </a:defRPr>
            </a:defPPr>
            <a:lvl1pPr algn="ctr">
              <a:defRPr sz="1875" b="0">
                <a:solidFill>
                  <a:srgbClr val="25232E"/>
                </a:solidFill>
              </a:defRPr>
            </a:lvl1pPr>
            <a:lvl2pPr algn="ctr">
              <a:defRPr sz="1875" b="0">
                <a:solidFill>
                  <a:srgbClr val="25232E"/>
                </a:solidFill>
              </a:defRPr>
            </a:lvl2pPr>
            <a:lvl3pPr algn="ctr">
              <a:defRPr sz="1875" b="0">
                <a:solidFill>
                  <a:srgbClr val="25232E"/>
                </a:solidFill>
              </a:defRPr>
            </a:lvl3pPr>
            <a:lvl4pPr algn="ctr">
              <a:defRPr sz="1875" b="0">
                <a:solidFill>
                  <a:srgbClr val="25232E"/>
                </a:solidFill>
              </a:defRPr>
            </a:lvl4pPr>
            <a:lvl5pPr algn="ctr">
              <a:defRPr sz="1875" b="0">
                <a:solidFill>
                  <a:srgbClr val="25232E"/>
                </a:solidFill>
              </a:defRPr>
            </a:lvl5pPr>
            <a:lvl6pPr algn="ctr">
              <a:defRPr sz="1875" b="0">
                <a:solidFill>
                  <a:srgbClr val="25232E"/>
                </a:solidFill>
              </a:defRPr>
            </a:lvl6pPr>
            <a:lvl7pPr algn="ctr">
              <a:defRPr sz="1875" b="0">
                <a:solidFill>
                  <a:srgbClr val="25232E"/>
                </a:solidFill>
              </a:defRPr>
            </a:lvl7pPr>
            <a:lvl8pPr algn="ctr">
              <a:defRPr sz="1875" b="0">
                <a:solidFill>
                  <a:srgbClr val="25232E"/>
                </a:solidFill>
              </a:defRPr>
            </a:lvl8pPr>
            <a:lvl9pPr algn="ctr">
              <a:defRPr sz="1875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5232E"/>
                </a:solidFill>
              </a:defRPr>
            </a:pPr>
            <a:r>
              <a:rPr sz="1875" b="0">
                <a:solidFill>
                  <a:srgbClr val="25232E"/>
                </a:solidFill>
              </a:rPr>
              <a:t>区域内决策：槽位配置 x</a:t>
            </a:r>
          </a:p>
          <a:p xmlns:a="http://schemas.openxmlformats.org/drawingml/2006/main">
            <a:pPr algn="ctr">
              <a:defRPr sz="1875" b="0">
                <a:solidFill>
                  <a:srgbClr val="25232E"/>
                </a:solidFill>
              </a:defRPr>
            </a:pPr>
            <a:r>
              <a:rPr sz="1875" b="0">
                <a:solidFill>
                  <a:srgbClr val="25232E"/>
                </a:solidFill>
              </a:rPr>
              <a:t>加工量 y 与物流量 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5ACE4-4327-46A2-8394-78CE94DC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220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DF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4D508-18BE-4B4E-877E-97043B15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25232E"/>
                </a:solidFill>
              </a:defRPr>
            </a:defPPr>
            <a:lvl1pPr algn="ctr">
              <a:defRPr sz="2100" b="1">
                <a:solidFill>
                  <a:srgbClr val="25232E"/>
                </a:solidFill>
              </a:defRPr>
            </a:lvl1pPr>
            <a:lvl2pPr algn="ctr">
              <a:defRPr sz="2100" b="1">
                <a:solidFill>
                  <a:srgbClr val="25232E"/>
                </a:solidFill>
              </a:defRPr>
            </a:lvl2pPr>
            <a:lvl3pPr algn="ctr">
              <a:defRPr sz="2100" b="1">
                <a:solidFill>
                  <a:srgbClr val="25232E"/>
                </a:solidFill>
              </a:defRPr>
            </a:lvl3pPr>
            <a:lvl4pPr algn="ctr">
              <a:defRPr sz="2100" b="1">
                <a:solidFill>
                  <a:srgbClr val="25232E"/>
                </a:solidFill>
              </a:defRPr>
            </a:lvl4pPr>
            <a:lvl5pPr algn="ctr">
              <a:defRPr sz="2100" b="1">
                <a:solidFill>
                  <a:srgbClr val="25232E"/>
                </a:solidFill>
              </a:defRPr>
            </a:lvl5pPr>
            <a:lvl6pPr algn="ctr">
              <a:defRPr sz="2100" b="1">
                <a:solidFill>
                  <a:srgbClr val="25232E"/>
                </a:solidFill>
              </a:defRPr>
            </a:lvl6pPr>
            <a:lvl7pPr algn="ctr">
              <a:defRPr sz="2100" b="1">
                <a:solidFill>
                  <a:srgbClr val="25232E"/>
                </a:solidFill>
              </a:defRPr>
            </a:lvl7pPr>
            <a:lvl8pPr algn="ctr">
              <a:defRPr sz="2100" b="1">
                <a:solidFill>
                  <a:srgbClr val="25232E"/>
                </a:solidFill>
              </a:defRPr>
            </a:lvl8pPr>
            <a:lvl9pPr algn="ctr">
              <a:defRPr sz="21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232E"/>
                </a:solidFill>
              </a:defRPr>
            </a:pPr>
            <a:r>
              <a:rPr sz="2100" b="1">
                <a:solidFill>
                  <a:srgbClr val="25232E"/>
                </a:solidFill>
              </a:rPr>
              <a:t>外部源设备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803FB-DA94-458D-AF33-139300B2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1790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0">
                <a:solidFill>
                  <a:srgbClr val="716A78"/>
                </a:solidFill>
              </a:defRPr>
            </a:defPPr>
            <a:lvl1pPr algn="ctr">
              <a:defRPr sz="1800" b="0">
                <a:solidFill>
                  <a:srgbClr val="716A78"/>
                </a:solidFill>
              </a:defRPr>
            </a:lvl1pPr>
            <a:lvl2pPr algn="ctr">
              <a:defRPr sz="1800" b="0">
                <a:solidFill>
                  <a:srgbClr val="716A78"/>
                </a:solidFill>
              </a:defRPr>
            </a:lvl2pPr>
            <a:lvl3pPr algn="ctr">
              <a:defRPr sz="1800" b="0">
                <a:solidFill>
                  <a:srgbClr val="716A78"/>
                </a:solidFill>
              </a:defRPr>
            </a:lvl3pPr>
            <a:lvl4pPr algn="ctr">
              <a:defRPr sz="1800" b="0">
                <a:solidFill>
                  <a:srgbClr val="716A78"/>
                </a:solidFill>
              </a:defRPr>
            </a:lvl4pPr>
            <a:lvl5pPr algn="ctr">
              <a:defRPr sz="1800" b="0">
                <a:solidFill>
                  <a:srgbClr val="716A78"/>
                </a:solidFill>
              </a:defRPr>
            </a:lvl5pPr>
            <a:lvl6pPr algn="ctr">
              <a:defRPr sz="1800" b="0">
                <a:solidFill>
                  <a:srgbClr val="716A78"/>
                </a:solidFill>
              </a:defRPr>
            </a:lvl6pPr>
            <a:lvl7pPr algn="ctr">
              <a:defRPr sz="1800" b="0">
                <a:solidFill>
                  <a:srgbClr val="716A78"/>
                </a:solidFill>
              </a:defRPr>
            </a:lvl7pPr>
            <a:lvl8pPr algn="ctr">
              <a:defRPr sz="1800" b="0">
                <a:solidFill>
                  <a:srgbClr val="716A78"/>
                </a:solidFill>
              </a:defRPr>
            </a:lvl8pPr>
            <a:lvl9pPr algn="ctr">
              <a:defRPr sz="1800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716A78"/>
                </a:solidFill>
              </a:defRPr>
            </a:pPr>
            <a:r>
              <a:rPr sz="1800" b="0">
                <a:solidFill>
                  <a:srgbClr val="716A78"/>
                </a:solidFill>
              </a:rPr>
              <a:t>固定供给量</a:t>
            </a:r>
          </a:p>
          <a:p xmlns:a="http://schemas.openxmlformats.org/drawingml/2006/main">
            <a:pPr algn="ctr">
              <a:defRPr sz="1800" b="0">
                <a:solidFill>
                  <a:srgbClr val="716A78"/>
                </a:solidFill>
              </a:defRPr>
            </a:pPr>
            <a:r>
              <a:rPr sz="1800" b="0">
                <a:solidFill>
                  <a:srgbClr val="716A78"/>
                </a:solidFill>
              </a:rPr>
              <a:t>a(j,r)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4166E5-7EAD-49FF-A0DD-0E83AACA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62250"/>
            <a:ext cx="22098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5DFE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831EFE-FEF9-44AF-8A00-BE89D311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24175"/>
            <a:ext cx="1943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100" b="1">
                <a:solidFill>
                  <a:srgbClr val="25232E"/>
                </a:solidFill>
              </a:defRPr>
            </a:defPPr>
            <a:lvl1pPr algn="ctr">
              <a:defRPr sz="2100" b="1">
                <a:solidFill>
                  <a:srgbClr val="25232E"/>
                </a:solidFill>
              </a:defRPr>
            </a:lvl1pPr>
            <a:lvl2pPr algn="ctr">
              <a:defRPr sz="2100" b="1">
                <a:solidFill>
                  <a:srgbClr val="25232E"/>
                </a:solidFill>
              </a:defRPr>
            </a:lvl2pPr>
            <a:lvl3pPr algn="ctr">
              <a:defRPr sz="2100" b="1">
                <a:solidFill>
                  <a:srgbClr val="25232E"/>
                </a:solidFill>
              </a:defRPr>
            </a:lvl3pPr>
            <a:lvl4pPr algn="ctr">
              <a:defRPr sz="2100" b="1">
                <a:solidFill>
                  <a:srgbClr val="25232E"/>
                </a:solidFill>
              </a:defRPr>
            </a:lvl4pPr>
            <a:lvl5pPr algn="ctr">
              <a:defRPr sz="2100" b="1">
                <a:solidFill>
                  <a:srgbClr val="25232E"/>
                </a:solidFill>
              </a:defRPr>
            </a:lvl5pPr>
            <a:lvl6pPr algn="ctr">
              <a:defRPr sz="2100" b="1">
                <a:solidFill>
                  <a:srgbClr val="25232E"/>
                </a:solidFill>
              </a:defRPr>
            </a:lvl6pPr>
            <a:lvl7pPr algn="ctr">
              <a:defRPr sz="2100" b="1">
                <a:solidFill>
                  <a:srgbClr val="25232E"/>
                </a:solidFill>
              </a:defRPr>
            </a:lvl7pPr>
            <a:lvl8pPr algn="ctr">
              <a:defRPr sz="2100" b="1">
                <a:solidFill>
                  <a:srgbClr val="25232E"/>
                </a:solidFill>
              </a:defRPr>
            </a:lvl8pPr>
            <a:lvl9pPr algn="ctr">
              <a:defRPr sz="21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232E"/>
                </a:solidFill>
              </a:defRPr>
            </a:pPr>
            <a:r>
              <a:rPr sz="2100" b="1">
                <a:solidFill>
                  <a:srgbClr val="25232E"/>
                </a:solidFill>
              </a:rPr>
              <a:t>外部目标设备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FB066A-8738-45B2-80E4-C0F61325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81375"/>
            <a:ext cx="182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800" b="0">
                <a:solidFill>
                  <a:srgbClr val="716A78"/>
                </a:solidFill>
              </a:defRPr>
            </a:defPPr>
            <a:lvl1pPr algn="ctr">
              <a:defRPr sz="1800" b="0">
                <a:solidFill>
                  <a:srgbClr val="716A78"/>
                </a:solidFill>
              </a:defRPr>
            </a:lvl1pPr>
            <a:lvl2pPr algn="ctr">
              <a:defRPr sz="1800" b="0">
                <a:solidFill>
                  <a:srgbClr val="716A78"/>
                </a:solidFill>
              </a:defRPr>
            </a:lvl2pPr>
            <a:lvl3pPr algn="ctr">
              <a:defRPr sz="1800" b="0">
                <a:solidFill>
                  <a:srgbClr val="716A78"/>
                </a:solidFill>
              </a:defRPr>
            </a:lvl3pPr>
            <a:lvl4pPr algn="ctr">
              <a:defRPr sz="1800" b="0">
                <a:solidFill>
                  <a:srgbClr val="716A78"/>
                </a:solidFill>
              </a:defRPr>
            </a:lvl4pPr>
            <a:lvl5pPr algn="ctr">
              <a:defRPr sz="1800" b="0">
                <a:solidFill>
                  <a:srgbClr val="716A78"/>
                </a:solidFill>
              </a:defRPr>
            </a:lvl5pPr>
            <a:lvl6pPr algn="ctr">
              <a:defRPr sz="1800" b="0">
                <a:solidFill>
                  <a:srgbClr val="716A78"/>
                </a:solidFill>
              </a:defRPr>
            </a:lvl6pPr>
            <a:lvl7pPr algn="ctr">
              <a:defRPr sz="1800" b="0">
                <a:solidFill>
                  <a:srgbClr val="716A78"/>
                </a:solidFill>
              </a:defRPr>
            </a:lvl7pPr>
            <a:lvl8pPr algn="ctr">
              <a:defRPr sz="1800" b="0">
                <a:solidFill>
                  <a:srgbClr val="716A78"/>
                </a:solidFill>
              </a:defRPr>
            </a:lvl8pPr>
            <a:lvl9pPr algn="ctr">
              <a:defRPr sz="1800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716A78"/>
                </a:solidFill>
              </a:defRPr>
            </a:pPr>
            <a:r>
              <a:rPr sz="1800" b="0">
                <a:solidFill>
                  <a:srgbClr val="716A78"/>
                </a:solidFill>
              </a:rPr>
              <a:t>固定接收量</a:t>
            </a:r>
          </a:p>
          <a:p xmlns:a="http://schemas.openxmlformats.org/drawingml/2006/main">
            <a:pPr algn="ctr">
              <a:defRPr sz="1800" b="0">
                <a:solidFill>
                  <a:srgbClr val="716A78"/>
                </a:solidFill>
              </a:defRPr>
            </a:pPr>
            <a:r>
              <a:rPr sz="1800" b="0">
                <a:solidFill>
                  <a:srgbClr val="716A78"/>
                </a:solidFill>
              </a:rPr>
              <a:t>b(r,j)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70E72B-E19D-438F-9D7B-A6D71736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25232E"/>
                </a:solidFill>
              </a:defRPr>
            </a:defPPr>
            <a:lvl1pPr algn="l">
              <a:defRPr sz="1875" b="0">
                <a:solidFill>
                  <a:srgbClr val="25232E"/>
                </a:solidFill>
              </a:defRPr>
            </a:lvl1pPr>
            <a:lvl2pPr algn="l">
              <a:defRPr sz="1875" b="0">
                <a:solidFill>
                  <a:srgbClr val="25232E"/>
                </a:solidFill>
              </a:defRPr>
            </a:lvl2pPr>
            <a:lvl3pPr algn="l">
              <a:defRPr sz="1875" b="0">
                <a:solidFill>
                  <a:srgbClr val="25232E"/>
                </a:solidFill>
              </a:defRPr>
            </a:lvl3pPr>
            <a:lvl4pPr algn="l">
              <a:defRPr sz="1875" b="0">
                <a:solidFill>
                  <a:srgbClr val="25232E"/>
                </a:solidFill>
              </a:defRPr>
            </a:lvl4pPr>
            <a:lvl5pPr algn="l">
              <a:defRPr sz="1875" b="0">
                <a:solidFill>
                  <a:srgbClr val="25232E"/>
                </a:solidFill>
              </a:defRPr>
            </a:lvl5pPr>
            <a:lvl6pPr algn="l">
              <a:defRPr sz="1875" b="0">
                <a:solidFill>
                  <a:srgbClr val="25232E"/>
                </a:solidFill>
              </a:defRPr>
            </a:lvl6pPr>
            <a:lvl7pPr algn="l">
              <a:defRPr sz="1875" b="0">
                <a:solidFill>
                  <a:srgbClr val="25232E"/>
                </a:solidFill>
              </a:defRPr>
            </a:lvl7pPr>
            <a:lvl8pPr algn="l">
              <a:defRPr sz="1875" b="0">
                <a:solidFill>
                  <a:srgbClr val="25232E"/>
                </a:solidFill>
              </a:defRPr>
            </a:lvl8pPr>
            <a:lvl9pPr algn="l">
              <a:defRPr sz="1875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5232E"/>
                </a:solidFill>
              </a:defRPr>
            </a:pPr>
            <a:r>
              <a:rPr sz="1875" b="0">
                <a:solidFill>
                  <a:srgbClr val="25232E"/>
                </a:solidFill>
              </a:rPr>
              <a:t>固定输入：现有槽位与端口、轨道、设备数量、区域工序量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CF58D2-1AC3-4BD8-B144-19C2E8B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72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716A78"/>
                </a:solidFill>
              </a:defRPr>
            </a:defPPr>
            <a:lvl1pPr algn="l">
              <a:defRPr sz="1650" b="0">
                <a:solidFill>
                  <a:srgbClr val="716A78"/>
                </a:solidFill>
              </a:defRPr>
            </a:lvl1pPr>
            <a:lvl2pPr algn="l">
              <a:defRPr sz="1650" b="0">
                <a:solidFill>
                  <a:srgbClr val="716A78"/>
                </a:solidFill>
              </a:defRPr>
            </a:lvl2pPr>
            <a:lvl3pPr algn="l">
              <a:defRPr sz="1650" b="0">
                <a:solidFill>
                  <a:srgbClr val="716A78"/>
                </a:solidFill>
              </a:defRPr>
            </a:lvl3pPr>
            <a:lvl4pPr algn="l">
              <a:defRPr sz="1650" b="0">
                <a:solidFill>
                  <a:srgbClr val="716A78"/>
                </a:solidFill>
              </a:defRPr>
            </a:lvl4pPr>
            <a:lvl5pPr algn="l">
              <a:defRPr sz="1650" b="0">
                <a:solidFill>
                  <a:srgbClr val="716A78"/>
                </a:solidFill>
              </a:defRPr>
            </a:lvl5pPr>
            <a:lvl6pPr algn="l">
              <a:defRPr sz="1650" b="0">
                <a:solidFill>
                  <a:srgbClr val="716A78"/>
                </a:solidFill>
              </a:defRPr>
            </a:lvl6pPr>
            <a:lvl7pPr algn="l">
              <a:defRPr sz="1650" b="0">
                <a:solidFill>
                  <a:srgbClr val="716A78"/>
                </a:solidFill>
              </a:defRPr>
            </a:lvl7pPr>
            <a:lvl8pPr algn="l">
              <a:defRPr sz="1650" b="0">
                <a:solidFill>
                  <a:srgbClr val="716A78"/>
                </a:solidFill>
              </a:defRPr>
            </a:lvl8pPr>
            <a:lvl9pPr algn="l">
              <a:defRPr sz="1650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16A78"/>
                </a:solidFill>
              </a:defRPr>
            </a:pPr>
            <a:r>
              <a:rPr sz="1650" b="0">
                <a:solidFill>
                  <a:srgbClr val="716A78"/>
                </a:solidFill>
              </a:rPr>
              <a:t>区域外生产由供需边界保留；本例无正的区域内部直接转移量</a:t>
            </a:r>
          </a:p>
        </p:txBody>
      </p:sp>
    </p:spTree>
    <p:extLst>
      <p:ext uri="{BB962C8B-B14F-4D97-AF65-F5344CB8AC3E}">
        <p14:creationId xmlns:p14="http://schemas.microsoft.com/office/powerpoint/2010/main" val="668342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FBCD9-F24A-425B-B14F-A4A2B2B2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5232E"/>
                </a:solidFill>
              </a:defRPr>
            </a:defPPr>
            <a:lvl1pPr algn="l">
              <a:defRPr sz="3300" b="1">
                <a:solidFill>
                  <a:srgbClr val="25232E"/>
                </a:solidFill>
              </a:defRPr>
            </a:lvl1pPr>
            <a:lvl2pPr algn="l">
              <a:defRPr sz="3300" b="1">
                <a:solidFill>
                  <a:srgbClr val="25232E"/>
                </a:solidFill>
              </a:defRPr>
            </a:lvl2pPr>
            <a:lvl3pPr algn="l">
              <a:defRPr sz="3300" b="1">
                <a:solidFill>
                  <a:srgbClr val="25232E"/>
                </a:solidFill>
              </a:defRPr>
            </a:lvl3pPr>
            <a:lvl4pPr algn="l">
              <a:defRPr sz="3300" b="1">
                <a:solidFill>
                  <a:srgbClr val="25232E"/>
                </a:solidFill>
              </a:defRPr>
            </a:lvl4pPr>
            <a:lvl5pPr algn="l">
              <a:defRPr sz="3300" b="1">
                <a:solidFill>
                  <a:srgbClr val="25232E"/>
                </a:solidFill>
              </a:defRPr>
            </a:lvl5pPr>
            <a:lvl6pPr algn="l">
              <a:defRPr sz="3300" b="1">
                <a:solidFill>
                  <a:srgbClr val="25232E"/>
                </a:solidFill>
              </a:defRPr>
            </a:lvl6pPr>
            <a:lvl7pPr algn="l">
              <a:defRPr sz="3300" b="1">
                <a:solidFill>
                  <a:srgbClr val="25232E"/>
                </a:solidFill>
              </a:defRPr>
            </a:lvl7pPr>
            <a:lvl8pPr algn="l">
              <a:defRPr sz="3300" b="1">
                <a:solidFill>
                  <a:srgbClr val="25232E"/>
                </a:solidFill>
              </a:defRPr>
            </a:lvl8pPr>
            <a:lvl9pPr algn="l">
              <a:defRPr sz="33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5232E"/>
                </a:solidFill>
              </a:defRPr>
            </a:pPr>
            <a:r>
              <a:rPr sz="3300" b="1">
                <a:solidFill>
                  <a:srgbClr val="25232E"/>
                </a:solidFill>
              </a:rPr>
              <a:t>设备位置与加工物流联合模型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51B93-17CA-430A-88F7-6C7585B5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16A78"/>
                </a:solidFill>
              </a:defRPr>
            </a:defPPr>
            <a:lvl1pPr algn="l">
              <a:defRPr sz="1275" b="0">
                <a:solidFill>
                  <a:srgbClr val="716A78"/>
                </a:solidFill>
              </a:defRPr>
            </a:lvl1pPr>
            <a:lvl2pPr algn="l">
              <a:defRPr sz="1275" b="0">
                <a:solidFill>
                  <a:srgbClr val="716A78"/>
                </a:solidFill>
              </a:defRPr>
            </a:lvl2pPr>
            <a:lvl3pPr algn="l">
              <a:defRPr sz="1275" b="0">
                <a:solidFill>
                  <a:srgbClr val="716A78"/>
                </a:solidFill>
              </a:defRPr>
            </a:lvl3pPr>
            <a:lvl4pPr algn="l">
              <a:defRPr sz="1275" b="0">
                <a:solidFill>
                  <a:srgbClr val="716A78"/>
                </a:solidFill>
              </a:defRPr>
            </a:lvl4pPr>
            <a:lvl5pPr algn="l">
              <a:defRPr sz="1275" b="0">
                <a:solidFill>
                  <a:srgbClr val="716A78"/>
                </a:solidFill>
              </a:defRPr>
            </a:lvl5pPr>
            <a:lvl6pPr algn="l">
              <a:defRPr sz="1275" b="0">
                <a:solidFill>
                  <a:srgbClr val="716A78"/>
                </a:solidFill>
              </a:defRPr>
            </a:lvl6pPr>
            <a:lvl7pPr algn="l">
              <a:defRPr sz="1275" b="0">
                <a:solidFill>
                  <a:srgbClr val="716A78"/>
                </a:solidFill>
              </a:defRPr>
            </a:lvl7pPr>
            <a:lvl8pPr algn="l">
              <a:defRPr sz="1275" b="0">
                <a:solidFill>
                  <a:srgbClr val="716A78"/>
                </a:solidFill>
              </a:defRPr>
            </a:lvl8pPr>
            <a:lvl9pPr algn="l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A2 组  第六周课程设计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AA296-F2E7-4701-B666-4B60B667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0">
                <a:solidFill>
                  <a:srgbClr val="716A78"/>
                </a:solidFill>
              </a:defRPr>
            </a:defPPr>
            <a:lvl1pPr algn="r">
              <a:defRPr sz="1275" b="0">
                <a:solidFill>
                  <a:srgbClr val="716A78"/>
                </a:solidFill>
              </a:defRPr>
            </a:lvl1pPr>
            <a:lvl2pPr algn="r">
              <a:defRPr sz="1275" b="0">
                <a:solidFill>
                  <a:srgbClr val="716A78"/>
                </a:solidFill>
              </a:defRPr>
            </a:lvl2pPr>
            <a:lvl3pPr algn="r">
              <a:defRPr sz="1275" b="0">
                <a:solidFill>
                  <a:srgbClr val="716A78"/>
                </a:solidFill>
              </a:defRPr>
            </a:lvl3pPr>
            <a:lvl4pPr algn="r">
              <a:defRPr sz="1275" b="0">
                <a:solidFill>
                  <a:srgbClr val="716A78"/>
                </a:solidFill>
              </a:defRPr>
            </a:lvl4pPr>
            <a:lvl5pPr algn="r">
              <a:defRPr sz="1275" b="0">
                <a:solidFill>
                  <a:srgbClr val="716A78"/>
                </a:solidFill>
              </a:defRPr>
            </a:lvl5pPr>
            <a:lvl6pPr algn="r">
              <a:defRPr sz="1275" b="0">
                <a:solidFill>
                  <a:srgbClr val="716A78"/>
                </a:solidFill>
              </a:defRPr>
            </a:lvl6pPr>
            <a:lvl7pPr algn="r">
              <a:defRPr sz="1275" b="0">
                <a:solidFill>
                  <a:srgbClr val="716A78"/>
                </a:solidFill>
              </a:defRPr>
            </a:lvl7pPr>
            <a:lvl8pPr algn="r">
              <a:defRPr sz="1275" b="0">
                <a:solidFill>
                  <a:srgbClr val="716A78"/>
                </a:solidFill>
              </a:defRPr>
            </a:lvl8pPr>
            <a:lvl9pPr algn="r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4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FDEA5-2D74-476A-A922-BD17D82F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783C91"/>
                </a:solidFill>
              </a:defRPr>
            </a:defPPr>
            <a:lvl1pPr algn="l">
              <a:defRPr sz="2400" b="1">
                <a:solidFill>
                  <a:srgbClr val="783C91"/>
                </a:solidFill>
              </a:defRPr>
            </a:lvl1pPr>
            <a:lvl2pPr algn="l">
              <a:defRPr sz="2400" b="1">
                <a:solidFill>
                  <a:srgbClr val="783C91"/>
                </a:solidFill>
              </a:defRPr>
            </a:lvl2pPr>
            <a:lvl3pPr algn="l">
              <a:defRPr sz="2400" b="1">
                <a:solidFill>
                  <a:srgbClr val="783C91"/>
                </a:solidFill>
              </a:defRPr>
            </a:lvl3pPr>
            <a:lvl4pPr algn="l">
              <a:defRPr sz="2400" b="1">
                <a:solidFill>
                  <a:srgbClr val="783C91"/>
                </a:solidFill>
              </a:defRPr>
            </a:lvl4pPr>
            <a:lvl5pPr algn="l">
              <a:defRPr sz="2400" b="1">
                <a:solidFill>
                  <a:srgbClr val="783C91"/>
                </a:solidFill>
              </a:defRPr>
            </a:lvl5pPr>
            <a:lvl6pPr algn="l">
              <a:defRPr sz="2400" b="1">
                <a:solidFill>
                  <a:srgbClr val="783C91"/>
                </a:solidFill>
              </a:defRPr>
            </a:lvl6pPr>
            <a:lvl7pPr algn="l">
              <a:defRPr sz="2400" b="1">
                <a:solidFill>
                  <a:srgbClr val="783C91"/>
                </a:solidFill>
              </a:defRPr>
            </a:lvl7pPr>
            <a:lvl8pPr algn="l">
              <a:defRPr sz="2400" b="1">
                <a:solidFill>
                  <a:srgbClr val="783C91"/>
                </a:solidFill>
              </a:defRPr>
            </a:lvl8pPr>
            <a:lvl9pPr algn="l">
              <a:defRPr sz="2400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783C91"/>
                </a:solidFill>
              </a:defRPr>
            </a:pPr>
            <a:r>
              <a:rPr sz="2400" b="1">
                <a:solidFill>
                  <a:srgbClr val="783C91"/>
                </a:solidFill>
              </a:rPr>
              <a:t>二元配置 x(k,c)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D2317E-87E9-41AA-97EA-BFC4C766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25232E"/>
                </a:solidFill>
              </a:defRPr>
            </a:defPPr>
            <a:lvl1pPr algn="l">
              <a:defRPr sz="1950" b="0">
                <a:solidFill>
                  <a:srgbClr val="25232E"/>
                </a:solidFill>
              </a:defRPr>
            </a:lvl1pPr>
            <a:lvl2pPr algn="l">
              <a:defRPr sz="1950" b="0">
                <a:solidFill>
                  <a:srgbClr val="25232E"/>
                </a:solidFill>
              </a:defRPr>
            </a:lvl2pPr>
            <a:lvl3pPr algn="l">
              <a:defRPr sz="1950" b="0">
                <a:solidFill>
                  <a:srgbClr val="25232E"/>
                </a:solidFill>
              </a:defRPr>
            </a:lvl3pPr>
            <a:lvl4pPr algn="l">
              <a:defRPr sz="1950" b="0">
                <a:solidFill>
                  <a:srgbClr val="25232E"/>
                </a:solidFill>
              </a:defRPr>
            </a:lvl4pPr>
            <a:lvl5pPr algn="l">
              <a:defRPr sz="1950" b="0">
                <a:solidFill>
                  <a:srgbClr val="25232E"/>
                </a:solidFill>
              </a:defRPr>
            </a:lvl5pPr>
            <a:lvl6pPr algn="l">
              <a:defRPr sz="1950" b="0">
                <a:solidFill>
                  <a:srgbClr val="25232E"/>
                </a:solidFill>
              </a:defRPr>
            </a:lvl6pPr>
            <a:lvl7pPr algn="l">
              <a:defRPr sz="1950" b="0">
                <a:solidFill>
                  <a:srgbClr val="25232E"/>
                </a:solidFill>
              </a:defRPr>
            </a:lvl7pPr>
            <a:lvl8pPr algn="l">
              <a:defRPr sz="1950" b="0">
                <a:solidFill>
                  <a:srgbClr val="25232E"/>
                </a:solidFill>
              </a:defRPr>
            </a:lvl8pPr>
            <a:lvl9pPr algn="l">
              <a:defRPr sz="195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232E"/>
                </a:solidFill>
              </a:defRPr>
            </a:pPr>
            <a:r>
              <a:rPr sz="1950" b="0">
                <a:solidFill>
                  <a:srgbClr val="25232E"/>
                </a:solidFill>
              </a:rPr>
              <a:t>槽位 c 放置哪一类设备</a:t>
            </a:r>
          </a:p>
          <a:p xmlns:a="http://schemas.openxmlformats.org/drawingml/2006/main">
            <a:pPr algn="l">
              <a:defRPr sz="1950" b="0">
                <a:solidFill>
                  <a:srgbClr val="25232E"/>
                </a:solidFill>
              </a:defRPr>
            </a:pPr>
            <a:r>
              <a:rPr sz="1950" b="0">
                <a:solidFill>
                  <a:srgbClr val="25232E"/>
                </a:solidFill>
              </a:rPr>
              <a:t>设备组与尺寸类别数量守恒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2A7C8-4618-44CA-962B-A2926290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783C91"/>
                </a:solidFill>
              </a:defRPr>
            </a:defPPr>
            <a:lvl1pPr algn="l">
              <a:defRPr sz="2400" b="1">
                <a:solidFill>
                  <a:srgbClr val="783C91"/>
                </a:solidFill>
              </a:defRPr>
            </a:lvl1pPr>
            <a:lvl2pPr algn="l">
              <a:defRPr sz="2400" b="1">
                <a:solidFill>
                  <a:srgbClr val="783C91"/>
                </a:solidFill>
              </a:defRPr>
            </a:lvl2pPr>
            <a:lvl3pPr algn="l">
              <a:defRPr sz="2400" b="1">
                <a:solidFill>
                  <a:srgbClr val="783C91"/>
                </a:solidFill>
              </a:defRPr>
            </a:lvl3pPr>
            <a:lvl4pPr algn="l">
              <a:defRPr sz="2400" b="1">
                <a:solidFill>
                  <a:srgbClr val="783C91"/>
                </a:solidFill>
              </a:defRPr>
            </a:lvl4pPr>
            <a:lvl5pPr algn="l">
              <a:defRPr sz="2400" b="1">
                <a:solidFill>
                  <a:srgbClr val="783C91"/>
                </a:solidFill>
              </a:defRPr>
            </a:lvl5pPr>
            <a:lvl6pPr algn="l">
              <a:defRPr sz="2400" b="1">
                <a:solidFill>
                  <a:srgbClr val="783C91"/>
                </a:solidFill>
              </a:defRPr>
            </a:lvl6pPr>
            <a:lvl7pPr algn="l">
              <a:defRPr sz="2400" b="1">
                <a:solidFill>
                  <a:srgbClr val="783C91"/>
                </a:solidFill>
              </a:defRPr>
            </a:lvl7pPr>
            <a:lvl8pPr algn="l">
              <a:defRPr sz="2400" b="1">
                <a:solidFill>
                  <a:srgbClr val="783C91"/>
                </a:solidFill>
              </a:defRPr>
            </a:lvl8pPr>
            <a:lvl9pPr algn="l">
              <a:defRPr sz="2400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783C91"/>
                </a:solidFill>
              </a:defRPr>
            </a:pPr>
            <a:r>
              <a:rPr sz="2400" b="1">
                <a:solidFill>
                  <a:srgbClr val="783C91"/>
                </a:solidFill>
              </a:rPr>
              <a:t>连续加工 y(r,c)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8D2EEB-CA05-4FBE-ACA6-90AEDA54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2407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25232E"/>
                </a:solidFill>
              </a:defRPr>
            </a:defPPr>
            <a:lvl1pPr algn="l">
              <a:defRPr sz="1950" b="0">
                <a:solidFill>
                  <a:srgbClr val="25232E"/>
                </a:solidFill>
              </a:defRPr>
            </a:lvl1pPr>
            <a:lvl2pPr algn="l">
              <a:defRPr sz="1950" b="0">
                <a:solidFill>
                  <a:srgbClr val="25232E"/>
                </a:solidFill>
              </a:defRPr>
            </a:lvl2pPr>
            <a:lvl3pPr algn="l">
              <a:defRPr sz="1950" b="0">
                <a:solidFill>
                  <a:srgbClr val="25232E"/>
                </a:solidFill>
              </a:defRPr>
            </a:lvl3pPr>
            <a:lvl4pPr algn="l">
              <a:defRPr sz="1950" b="0">
                <a:solidFill>
                  <a:srgbClr val="25232E"/>
                </a:solidFill>
              </a:defRPr>
            </a:lvl4pPr>
            <a:lvl5pPr algn="l">
              <a:defRPr sz="1950" b="0">
                <a:solidFill>
                  <a:srgbClr val="25232E"/>
                </a:solidFill>
              </a:defRPr>
            </a:lvl5pPr>
            <a:lvl6pPr algn="l">
              <a:defRPr sz="1950" b="0">
                <a:solidFill>
                  <a:srgbClr val="25232E"/>
                </a:solidFill>
              </a:defRPr>
            </a:lvl6pPr>
            <a:lvl7pPr algn="l">
              <a:defRPr sz="1950" b="0">
                <a:solidFill>
                  <a:srgbClr val="25232E"/>
                </a:solidFill>
              </a:defRPr>
            </a:lvl7pPr>
            <a:lvl8pPr algn="l">
              <a:defRPr sz="1950" b="0">
                <a:solidFill>
                  <a:srgbClr val="25232E"/>
                </a:solidFill>
              </a:defRPr>
            </a:lvl8pPr>
            <a:lvl9pPr algn="l">
              <a:defRPr sz="195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232E"/>
                </a:solidFill>
              </a:defRPr>
            </a:pPr>
            <a:r>
              <a:rPr sz="1950" b="0">
                <a:solidFill>
                  <a:srgbClr val="25232E"/>
                </a:solidFill>
              </a:rPr>
              <a:t>工序 r 在槽位 c 的加工量</a:t>
            </a:r>
          </a:p>
          <a:p xmlns:a="http://schemas.openxmlformats.org/drawingml/2006/main">
            <a:pPr algn="l">
              <a:defRPr sz="1950" b="0">
                <a:solidFill>
                  <a:srgbClr val="25232E"/>
                </a:solidFill>
              </a:defRPr>
            </a:pPr>
            <a:r>
              <a:rPr sz="1950" b="0">
                <a:solidFill>
                  <a:srgbClr val="25232E"/>
                </a:solidFill>
              </a:rPr>
              <a:t>完成固定的区域工序需求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ADACA9-BF5D-4A86-926F-593C3EF6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240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783C91"/>
                </a:solidFill>
              </a:defRPr>
            </a:defPPr>
            <a:lvl1pPr algn="l">
              <a:defRPr sz="2400" b="1">
                <a:solidFill>
                  <a:srgbClr val="783C91"/>
                </a:solidFill>
              </a:defRPr>
            </a:lvl1pPr>
            <a:lvl2pPr algn="l">
              <a:defRPr sz="2400" b="1">
                <a:solidFill>
                  <a:srgbClr val="783C91"/>
                </a:solidFill>
              </a:defRPr>
            </a:lvl2pPr>
            <a:lvl3pPr algn="l">
              <a:defRPr sz="2400" b="1">
                <a:solidFill>
                  <a:srgbClr val="783C91"/>
                </a:solidFill>
              </a:defRPr>
            </a:lvl3pPr>
            <a:lvl4pPr algn="l">
              <a:defRPr sz="2400" b="1">
                <a:solidFill>
                  <a:srgbClr val="783C91"/>
                </a:solidFill>
              </a:defRPr>
            </a:lvl4pPr>
            <a:lvl5pPr algn="l">
              <a:defRPr sz="2400" b="1">
                <a:solidFill>
                  <a:srgbClr val="783C91"/>
                </a:solidFill>
              </a:defRPr>
            </a:lvl5pPr>
            <a:lvl6pPr algn="l">
              <a:defRPr sz="2400" b="1">
                <a:solidFill>
                  <a:srgbClr val="783C91"/>
                </a:solidFill>
              </a:defRPr>
            </a:lvl6pPr>
            <a:lvl7pPr algn="l">
              <a:defRPr sz="2400" b="1">
                <a:solidFill>
                  <a:srgbClr val="783C91"/>
                </a:solidFill>
              </a:defRPr>
            </a:lvl7pPr>
            <a:lvl8pPr algn="l">
              <a:defRPr sz="2400" b="1">
                <a:solidFill>
                  <a:srgbClr val="783C91"/>
                </a:solidFill>
              </a:defRPr>
            </a:lvl8pPr>
            <a:lvl9pPr algn="l">
              <a:defRPr sz="2400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783C91"/>
                </a:solidFill>
              </a:defRPr>
            </a:pPr>
            <a:r>
              <a:rPr sz="2400" b="1">
                <a:solidFill>
                  <a:srgbClr val="783C91"/>
                </a:solidFill>
              </a:rPr>
              <a:t>连续物流 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C4062B-CD96-4F75-A409-C062D79D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2407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950" b="0">
                <a:solidFill>
                  <a:srgbClr val="25232E"/>
                </a:solidFill>
              </a:defRPr>
            </a:defPPr>
            <a:lvl1pPr algn="l">
              <a:defRPr sz="1950" b="0">
                <a:solidFill>
                  <a:srgbClr val="25232E"/>
                </a:solidFill>
              </a:defRPr>
            </a:lvl1pPr>
            <a:lvl2pPr algn="l">
              <a:defRPr sz="1950" b="0">
                <a:solidFill>
                  <a:srgbClr val="25232E"/>
                </a:solidFill>
              </a:defRPr>
            </a:lvl2pPr>
            <a:lvl3pPr algn="l">
              <a:defRPr sz="1950" b="0">
                <a:solidFill>
                  <a:srgbClr val="25232E"/>
                </a:solidFill>
              </a:defRPr>
            </a:lvl3pPr>
            <a:lvl4pPr algn="l">
              <a:defRPr sz="1950" b="0">
                <a:solidFill>
                  <a:srgbClr val="25232E"/>
                </a:solidFill>
              </a:defRPr>
            </a:lvl4pPr>
            <a:lvl5pPr algn="l">
              <a:defRPr sz="1950" b="0">
                <a:solidFill>
                  <a:srgbClr val="25232E"/>
                </a:solidFill>
              </a:defRPr>
            </a:lvl5pPr>
            <a:lvl6pPr algn="l">
              <a:defRPr sz="1950" b="0">
                <a:solidFill>
                  <a:srgbClr val="25232E"/>
                </a:solidFill>
              </a:defRPr>
            </a:lvl6pPr>
            <a:lvl7pPr algn="l">
              <a:defRPr sz="1950" b="0">
                <a:solidFill>
                  <a:srgbClr val="25232E"/>
                </a:solidFill>
              </a:defRPr>
            </a:lvl7pPr>
            <a:lvl8pPr algn="l">
              <a:defRPr sz="1950" b="0">
                <a:solidFill>
                  <a:srgbClr val="25232E"/>
                </a:solidFill>
              </a:defRPr>
            </a:lvl8pPr>
            <a:lvl9pPr algn="l">
              <a:defRPr sz="195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5232E"/>
                </a:solidFill>
              </a:defRPr>
            </a:pPr>
            <a:r>
              <a:rPr sz="1950" b="0">
                <a:solidFill>
                  <a:srgbClr val="25232E"/>
                </a:solidFill>
              </a:rPr>
              <a:t>外部设备与槽位间的流量</a:t>
            </a:r>
          </a:p>
          <a:p xmlns:a="http://schemas.openxmlformats.org/drawingml/2006/main">
            <a:pPr algn="l">
              <a:defRPr sz="1950" b="0">
                <a:solidFill>
                  <a:srgbClr val="25232E"/>
                </a:solidFill>
              </a:defRPr>
            </a:pPr>
            <a:r>
              <a:rPr sz="1950" b="0">
                <a:solidFill>
                  <a:srgbClr val="25232E"/>
                </a:solidFill>
              </a:rPr>
              <a:t>保持源供给与目标接收量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1598FB-8B53-4270-AA01-4DB25658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75" b="1">
                <a:solidFill>
                  <a:srgbClr val="25232E"/>
                </a:solidFill>
              </a:defRPr>
            </a:defPPr>
            <a:lvl1pPr algn="l">
              <a:defRPr sz="2475" b="1">
                <a:solidFill>
                  <a:srgbClr val="25232E"/>
                </a:solidFill>
              </a:defRPr>
            </a:lvl1pPr>
            <a:lvl2pPr algn="l">
              <a:defRPr sz="2475" b="1">
                <a:solidFill>
                  <a:srgbClr val="25232E"/>
                </a:solidFill>
              </a:defRPr>
            </a:lvl2pPr>
            <a:lvl3pPr algn="l">
              <a:defRPr sz="2475" b="1">
                <a:solidFill>
                  <a:srgbClr val="25232E"/>
                </a:solidFill>
              </a:defRPr>
            </a:lvl3pPr>
            <a:lvl4pPr algn="l">
              <a:defRPr sz="2475" b="1">
                <a:solidFill>
                  <a:srgbClr val="25232E"/>
                </a:solidFill>
              </a:defRPr>
            </a:lvl4pPr>
            <a:lvl5pPr algn="l">
              <a:defRPr sz="2475" b="1">
                <a:solidFill>
                  <a:srgbClr val="25232E"/>
                </a:solidFill>
              </a:defRPr>
            </a:lvl5pPr>
            <a:lvl6pPr algn="l">
              <a:defRPr sz="2475" b="1">
                <a:solidFill>
                  <a:srgbClr val="25232E"/>
                </a:solidFill>
              </a:defRPr>
            </a:lvl6pPr>
            <a:lvl7pPr algn="l">
              <a:defRPr sz="2475" b="1">
                <a:solidFill>
                  <a:srgbClr val="25232E"/>
                </a:solidFill>
              </a:defRPr>
            </a:lvl7pPr>
            <a:lvl8pPr algn="l">
              <a:defRPr sz="2475" b="1">
                <a:solidFill>
                  <a:srgbClr val="25232E"/>
                </a:solidFill>
              </a:defRPr>
            </a:lvl8pPr>
            <a:lvl9pPr algn="l">
              <a:defRPr sz="2475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5232E"/>
                </a:solidFill>
              </a:defRPr>
            </a:pPr>
            <a:r>
              <a:rPr sz="2475" b="1">
                <a:solidFill>
                  <a:srgbClr val="25232E"/>
                </a:solidFill>
              </a:rPr>
              <a:t>目标：最小化局部相关加权运输距离  min Σ D·f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5AD411-BFCA-4E0F-824D-14FC721C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5232E"/>
                </a:solidFill>
              </a:defRPr>
            </a:defPPr>
            <a:lvl1pPr algn="l">
              <a:defRPr sz="2025" b="0">
                <a:solidFill>
                  <a:srgbClr val="25232E"/>
                </a:solidFill>
              </a:defRPr>
            </a:lvl1pPr>
            <a:lvl2pPr algn="l">
              <a:defRPr sz="2025" b="0">
                <a:solidFill>
                  <a:srgbClr val="25232E"/>
                </a:solidFill>
              </a:defRPr>
            </a:lvl2pPr>
            <a:lvl3pPr algn="l">
              <a:defRPr sz="2025" b="0">
                <a:solidFill>
                  <a:srgbClr val="25232E"/>
                </a:solidFill>
              </a:defRPr>
            </a:lvl3pPr>
            <a:lvl4pPr algn="l">
              <a:defRPr sz="2025" b="0">
                <a:solidFill>
                  <a:srgbClr val="25232E"/>
                </a:solidFill>
              </a:defRPr>
            </a:lvl4pPr>
            <a:lvl5pPr algn="l">
              <a:defRPr sz="2025" b="0">
                <a:solidFill>
                  <a:srgbClr val="25232E"/>
                </a:solidFill>
              </a:defRPr>
            </a:lvl5pPr>
            <a:lvl6pPr algn="l">
              <a:defRPr sz="2025" b="0">
                <a:solidFill>
                  <a:srgbClr val="25232E"/>
                </a:solidFill>
              </a:defRPr>
            </a:lvl6pPr>
            <a:lvl7pPr algn="l">
              <a:defRPr sz="2025" b="0">
                <a:solidFill>
                  <a:srgbClr val="25232E"/>
                </a:solidFill>
              </a:defRPr>
            </a:lvl7pPr>
            <a:lvl8pPr algn="l">
              <a:defRPr sz="2025" b="0">
                <a:solidFill>
                  <a:srgbClr val="25232E"/>
                </a:solidFill>
              </a:defRPr>
            </a:lvl8pPr>
            <a:lvl9pPr algn="l">
              <a:defRPr sz="2025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232E"/>
                </a:solidFill>
              </a:defRPr>
            </a:pPr>
            <a:r>
              <a:rPr sz="2025" b="0">
                <a:solidFill>
                  <a:srgbClr val="25232E"/>
                </a:solidFill>
              </a:rPr>
              <a:t>约束：槽位唯一占用、设备数量守恒、尺寸与工艺阶段兼容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DE554E-EC2E-4ED8-B382-4106971E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25232E"/>
                </a:solidFill>
              </a:defRPr>
            </a:defPPr>
            <a:lvl1pPr algn="l">
              <a:defRPr sz="2025" b="0">
                <a:solidFill>
                  <a:srgbClr val="25232E"/>
                </a:solidFill>
              </a:defRPr>
            </a:lvl1pPr>
            <a:lvl2pPr algn="l">
              <a:defRPr sz="2025" b="0">
                <a:solidFill>
                  <a:srgbClr val="25232E"/>
                </a:solidFill>
              </a:defRPr>
            </a:lvl2pPr>
            <a:lvl3pPr algn="l">
              <a:defRPr sz="2025" b="0">
                <a:solidFill>
                  <a:srgbClr val="25232E"/>
                </a:solidFill>
              </a:defRPr>
            </a:lvl3pPr>
            <a:lvl4pPr algn="l">
              <a:defRPr sz="2025" b="0">
                <a:solidFill>
                  <a:srgbClr val="25232E"/>
                </a:solidFill>
              </a:defRPr>
            </a:lvl4pPr>
            <a:lvl5pPr algn="l">
              <a:defRPr sz="2025" b="0">
                <a:solidFill>
                  <a:srgbClr val="25232E"/>
                </a:solidFill>
              </a:defRPr>
            </a:lvl5pPr>
            <a:lvl6pPr algn="l">
              <a:defRPr sz="2025" b="0">
                <a:solidFill>
                  <a:srgbClr val="25232E"/>
                </a:solidFill>
              </a:defRPr>
            </a:lvl6pPr>
            <a:lvl7pPr algn="l">
              <a:defRPr sz="2025" b="0">
                <a:solidFill>
                  <a:srgbClr val="25232E"/>
                </a:solidFill>
              </a:defRPr>
            </a:lvl7pPr>
            <a:lvl8pPr algn="l">
              <a:defRPr sz="2025" b="0">
                <a:solidFill>
                  <a:srgbClr val="25232E"/>
                </a:solidFill>
              </a:defRPr>
            </a:lvl8pPr>
            <a:lvl9pPr algn="l">
              <a:defRPr sz="2025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5232E"/>
                </a:solidFill>
              </a:defRPr>
            </a:pPr>
            <a:r>
              <a:rPr sz="2025" b="0">
                <a:solidFill>
                  <a:srgbClr val="25232E"/>
                </a:solidFill>
              </a:rPr>
              <a:t>耦合：加工机时 ≤ 配置设备的有效机时，流入 = 加工量 = 流出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B456B-FBD8-442C-94C2-A82D68F4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716A78"/>
                </a:solidFill>
              </a:defRPr>
            </a:defPPr>
            <a:lvl1pPr algn="l">
              <a:defRPr sz="1725" b="0">
                <a:solidFill>
                  <a:srgbClr val="716A78"/>
                </a:solidFill>
              </a:defRPr>
            </a:lvl1pPr>
            <a:lvl2pPr algn="l">
              <a:defRPr sz="1725" b="0">
                <a:solidFill>
                  <a:srgbClr val="716A78"/>
                </a:solidFill>
              </a:defRPr>
            </a:lvl2pPr>
            <a:lvl3pPr algn="l">
              <a:defRPr sz="1725" b="0">
                <a:solidFill>
                  <a:srgbClr val="716A78"/>
                </a:solidFill>
              </a:defRPr>
            </a:lvl3pPr>
            <a:lvl4pPr algn="l">
              <a:defRPr sz="1725" b="0">
                <a:solidFill>
                  <a:srgbClr val="716A78"/>
                </a:solidFill>
              </a:defRPr>
            </a:lvl4pPr>
            <a:lvl5pPr algn="l">
              <a:defRPr sz="1725" b="0">
                <a:solidFill>
                  <a:srgbClr val="716A78"/>
                </a:solidFill>
              </a:defRPr>
            </a:lvl5pPr>
            <a:lvl6pPr algn="l">
              <a:defRPr sz="1725" b="0">
                <a:solidFill>
                  <a:srgbClr val="716A78"/>
                </a:solidFill>
              </a:defRPr>
            </a:lvl6pPr>
            <a:lvl7pPr algn="l">
              <a:defRPr sz="1725" b="0">
                <a:solidFill>
                  <a:srgbClr val="716A78"/>
                </a:solidFill>
              </a:defRPr>
            </a:lvl7pPr>
            <a:lvl8pPr algn="l">
              <a:defRPr sz="1725" b="0">
                <a:solidFill>
                  <a:srgbClr val="716A78"/>
                </a:solidFill>
              </a:defRPr>
            </a:lvl8pPr>
            <a:lvl9pPr algn="l">
              <a:defRPr sz="172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16A78"/>
                </a:solidFill>
              </a:defRPr>
            </a:pPr>
            <a:r>
              <a:rPr sz="1725" b="0">
                <a:solidFill>
                  <a:srgbClr val="716A78"/>
                </a:solidFill>
              </a:rPr>
              <a:t>场景参数：T = 10080 min，需求缩放 0.25，有效机时系数 0.85</a:t>
            </a:r>
          </a:p>
        </p:txBody>
      </p:sp>
    </p:spTree>
    <p:extLst>
      <p:ext uri="{BB962C8B-B14F-4D97-AF65-F5344CB8AC3E}">
        <p14:creationId xmlns:p14="http://schemas.microsoft.com/office/powerpoint/2010/main" val="20933855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A3DDA-032F-4D4F-BE2E-5BDCBC00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5232E"/>
                </a:solidFill>
              </a:defRPr>
            </a:defPPr>
            <a:lvl1pPr algn="l">
              <a:defRPr sz="3300" b="1">
                <a:solidFill>
                  <a:srgbClr val="25232E"/>
                </a:solidFill>
              </a:defRPr>
            </a:lvl1pPr>
            <a:lvl2pPr algn="l">
              <a:defRPr sz="3300" b="1">
                <a:solidFill>
                  <a:srgbClr val="25232E"/>
                </a:solidFill>
              </a:defRPr>
            </a:lvl2pPr>
            <a:lvl3pPr algn="l">
              <a:defRPr sz="3300" b="1">
                <a:solidFill>
                  <a:srgbClr val="25232E"/>
                </a:solidFill>
              </a:defRPr>
            </a:lvl3pPr>
            <a:lvl4pPr algn="l">
              <a:defRPr sz="3300" b="1">
                <a:solidFill>
                  <a:srgbClr val="25232E"/>
                </a:solidFill>
              </a:defRPr>
            </a:lvl4pPr>
            <a:lvl5pPr algn="l">
              <a:defRPr sz="3300" b="1">
                <a:solidFill>
                  <a:srgbClr val="25232E"/>
                </a:solidFill>
              </a:defRPr>
            </a:lvl5pPr>
            <a:lvl6pPr algn="l">
              <a:defRPr sz="3300" b="1">
                <a:solidFill>
                  <a:srgbClr val="25232E"/>
                </a:solidFill>
              </a:defRPr>
            </a:lvl6pPr>
            <a:lvl7pPr algn="l">
              <a:defRPr sz="3300" b="1">
                <a:solidFill>
                  <a:srgbClr val="25232E"/>
                </a:solidFill>
              </a:defRPr>
            </a:lvl7pPr>
            <a:lvl8pPr algn="l">
              <a:defRPr sz="3300" b="1">
                <a:solidFill>
                  <a:srgbClr val="25232E"/>
                </a:solidFill>
              </a:defRPr>
            </a:lvl8pPr>
            <a:lvl9pPr algn="l">
              <a:defRPr sz="33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5232E"/>
                </a:solidFill>
              </a:defRPr>
            </a:pPr>
            <a:r>
              <a:rPr sz="3300" b="1">
                <a:solidFill>
                  <a:srgbClr val="25232E"/>
                </a:solidFill>
              </a:rPr>
              <a:t>现有槽位的布局优化前后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BBCBA4-5711-40A7-8C5B-37528DD6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16A78"/>
                </a:solidFill>
              </a:defRPr>
            </a:defPPr>
            <a:lvl1pPr algn="l">
              <a:defRPr sz="1275" b="0">
                <a:solidFill>
                  <a:srgbClr val="716A78"/>
                </a:solidFill>
              </a:defRPr>
            </a:lvl1pPr>
            <a:lvl2pPr algn="l">
              <a:defRPr sz="1275" b="0">
                <a:solidFill>
                  <a:srgbClr val="716A78"/>
                </a:solidFill>
              </a:defRPr>
            </a:lvl2pPr>
            <a:lvl3pPr algn="l">
              <a:defRPr sz="1275" b="0">
                <a:solidFill>
                  <a:srgbClr val="716A78"/>
                </a:solidFill>
              </a:defRPr>
            </a:lvl3pPr>
            <a:lvl4pPr algn="l">
              <a:defRPr sz="1275" b="0">
                <a:solidFill>
                  <a:srgbClr val="716A78"/>
                </a:solidFill>
              </a:defRPr>
            </a:lvl4pPr>
            <a:lvl5pPr algn="l">
              <a:defRPr sz="1275" b="0">
                <a:solidFill>
                  <a:srgbClr val="716A78"/>
                </a:solidFill>
              </a:defRPr>
            </a:lvl5pPr>
            <a:lvl6pPr algn="l">
              <a:defRPr sz="1275" b="0">
                <a:solidFill>
                  <a:srgbClr val="716A78"/>
                </a:solidFill>
              </a:defRPr>
            </a:lvl6pPr>
            <a:lvl7pPr algn="l">
              <a:defRPr sz="1275" b="0">
                <a:solidFill>
                  <a:srgbClr val="716A78"/>
                </a:solidFill>
              </a:defRPr>
            </a:lvl7pPr>
            <a:lvl8pPr algn="l">
              <a:defRPr sz="1275" b="0">
                <a:solidFill>
                  <a:srgbClr val="716A78"/>
                </a:solidFill>
              </a:defRPr>
            </a:lvl8pPr>
            <a:lvl9pPr algn="l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A2 组  第六周课程设计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CA092D-9163-4276-9A15-408AA8FB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0">
                <a:solidFill>
                  <a:srgbClr val="716A78"/>
                </a:solidFill>
              </a:defRPr>
            </a:defPPr>
            <a:lvl1pPr algn="r">
              <a:defRPr sz="1275" b="0">
                <a:solidFill>
                  <a:srgbClr val="716A78"/>
                </a:solidFill>
              </a:defRPr>
            </a:lvl1pPr>
            <a:lvl2pPr algn="r">
              <a:defRPr sz="1275" b="0">
                <a:solidFill>
                  <a:srgbClr val="716A78"/>
                </a:solidFill>
              </a:defRPr>
            </a:lvl2pPr>
            <a:lvl3pPr algn="r">
              <a:defRPr sz="1275" b="0">
                <a:solidFill>
                  <a:srgbClr val="716A78"/>
                </a:solidFill>
              </a:defRPr>
            </a:lvl3pPr>
            <a:lvl4pPr algn="r">
              <a:defRPr sz="1275" b="0">
                <a:solidFill>
                  <a:srgbClr val="716A78"/>
                </a:solidFill>
              </a:defRPr>
            </a:lvl4pPr>
            <a:lvl5pPr algn="r">
              <a:defRPr sz="1275" b="0">
                <a:solidFill>
                  <a:srgbClr val="716A78"/>
                </a:solidFill>
              </a:defRPr>
            </a:lvl5pPr>
            <a:lvl6pPr algn="r">
              <a:defRPr sz="1275" b="0">
                <a:solidFill>
                  <a:srgbClr val="716A78"/>
                </a:solidFill>
              </a:defRPr>
            </a:lvl6pPr>
            <a:lvl7pPr algn="r">
              <a:defRPr sz="1275" b="0">
                <a:solidFill>
                  <a:srgbClr val="716A78"/>
                </a:solidFill>
              </a:defRPr>
            </a:lvl7pPr>
            <a:lvl8pPr algn="r">
              <a:defRPr sz="1275" b="0">
                <a:solidFill>
                  <a:srgbClr val="716A78"/>
                </a:solidFill>
              </a:defRPr>
            </a:lvl8pPr>
            <a:lvl9pPr algn="r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5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1230B-6C2C-4BCD-8761-3FC74B30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573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25232E"/>
                </a:solidFill>
              </a:defRPr>
            </a:defPPr>
            <a:lvl1pPr algn="ctr">
              <a:defRPr sz="2250" b="1">
                <a:solidFill>
                  <a:srgbClr val="25232E"/>
                </a:solidFill>
              </a:defRPr>
            </a:lvl1pPr>
            <a:lvl2pPr algn="ctr">
              <a:defRPr sz="2250" b="1">
                <a:solidFill>
                  <a:srgbClr val="25232E"/>
                </a:solidFill>
              </a:defRPr>
            </a:lvl2pPr>
            <a:lvl3pPr algn="ctr">
              <a:defRPr sz="2250" b="1">
                <a:solidFill>
                  <a:srgbClr val="25232E"/>
                </a:solidFill>
              </a:defRPr>
            </a:lvl3pPr>
            <a:lvl4pPr algn="ctr">
              <a:defRPr sz="2250" b="1">
                <a:solidFill>
                  <a:srgbClr val="25232E"/>
                </a:solidFill>
              </a:defRPr>
            </a:lvl4pPr>
            <a:lvl5pPr algn="ctr">
              <a:defRPr sz="2250" b="1">
                <a:solidFill>
                  <a:srgbClr val="25232E"/>
                </a:solidFill>
              </a:defRPr>
            </a:lvl5pPr>
            <a:lvl6pPr algn="ctr">
              <a:defRPr sz="2250" b="1">
                <a:solidFill>
                  <a:srgbClr val="25232E"/>
                </a:solidFill>
              </a:defRPr>
            </a:lvl6pPr>
            <a:lvl7pPr algn="ctr">
              <a:defRPr sz="2250" b="1">
                <a:solidFill>
                  <a:srgbClr val="25232E"/>
                </a:solidFill>
              </a:defRPr>
            </a:lvl7pPr>
            <a:lvl8pPr algn="ctr">
              <a:defRPr sz="2250" b="1">
                <a:solidFill>
                  <a:srgbClr val="25232E"/>
                </a:solidFill>
              </a:defRPr>
            </a:lvl8pPr>
            <a:lvl9pPr algn="ctr">
              <a:defRPr sz="225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232E"/>
                </a:solidFill>
              </a:defRPr>
            </a:pPr>
            <a:r>
              <a:rPr sz="2250" b="1">
                <a:solidFill>
                  <a:srgbClr val="25232E"/>
                </a:solidFill>
              </a:rPr>
              <a:t>参考布局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F4632-43B2-493E-9C39-E93E7577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714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25232E"/>
                </a:solidFill>
              </a:defRPr>
            </a:defPPr>
            <a:lvl1pPr algn="ctr">
              <a:defRPr sz="1650" b="1">
                <a:solidFill>
                  <a:srgbClr val="25232E"/>
                </a:solidFill>
              </a:defRPr>
            </a:lvl1pPr>
            <a:lvl2pPr algn="ctr">
              <a:defRPr sz="1650" b="1">
                <a:solidFill>
                  <a:srgbClr val="25232E"/>
                </a:solidFill>
              </a:defRPr>
            </a:lvl2pPr>
            <a:lvl3pPr algn="ctr">
              <a:defRPr sz="1650" b="1">
                <a:solidFill>
                  <a:srgbClr val="25232E"/>
                </a:solidFill>
              </a:defRPr>
            </a:lvl3pPr>
            <a:lvl4pPr algn="ctr">
              <a:defRPr sz="1650" b="1">
                <a:solidFill>
                  <a:srgbClr val="25232E"/>
                </a:solidFill>
              </a:defRPr>
            </a:lvl4pPr>
            <a:lvl5pPr algn="ctr">
              <a:defRPr sz="1650" b="1">
                <a:solidFill>
                  <a:srgbClr val="25232E"/>
                </a:solidFill>
              </a:defRPr>
            </a:lvl5pPr>
            <a:lvl6pPr algn="ctr">
              <a:defRPr sz="1650" b="1">
                <a:solidFill>
                  <a:srgbClr val="25232E"/>
                </a:solidFill>
              </a:defRPr>
            </a:lvl6pPr>
            <a:lvl7pPr algn="ctr">
              <a:defRPr sz="1650" b="1">
                <a:solidFill>
                  <a:srgbClr val="25232E"/>
                </a:solidFill>
              </a:defRPr>
            </a:lvl7pPr>
            <a:lvl8pPr algn="ctr">
              <a:defRPr sz="1650" b="1">
                <a:solidFill>
                  <a:srgbClr val="25232E"/>
                </a:solidFill>
              </a:defRPr>
            </a:lvl8pPr>
            <a:lvl9pPr algn="ctr">
              <a:defRPr sz="165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5232E"/>
                </a:solidFill>
              </a:defRPr>
            </a:pPr>
            <a:r>
              <a:rPr sz="1650" b="1">
                <a:solidFill>
                  <a:srgbClr val="25232E"/>
                </a:solidFill>
              </a:rPr>
              <a:t>A2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609E41-DE60-407A-BFAE-04DC3EE5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14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25232E"/>
                </a:solidFill>
              </a:defRPr>
            </a:defPPr>
            <a:lvl1pPr algn="ctr">
              <a:defRPr sz="1650" b="1">
                <a:solidFill>
                  <a:srgbClr val="25232E"/>
                </a:solidFill>
              </a:defRPr>
            </a:lvl1pPr>
            <a:lvl2pPr algn="ctr">
              <a:defRPr sz="1650" b="1">
                <a:solidFill>
                  <a:srgbClr val="25232E"/>
                </a:solidFill>
              </a:defRPr>
            </a:lvl2pPr>
            <a:lvl3pPr algn="ctr">
              <a:defRPr sz="1650" b="1">
                <a:solidFill>
                  <a:srgbClr val="25232E"/>
                </a:solidFill>
              </a:defRPr>
            </a:lvl3pPr>
            <a:lvl4pPr algn="ctr">
              <a:defRPr sz="1650" b="1">
                <a:solidFill>
                  <a:srgbClr val="25232E"/>
                </a:solidFill>
              </a:defRPr>
            </a:lvl4pPr>
            <a:lvl5pPr algn="ctr">
              <a:defRPr sz="1650" b="1">
                <a:solidFill>
                  <a:srgbClr val="25232E"/>
                </a:solidFill>
              </a:defRPr>
            </a:lvl5pPr>
            <a:lvl6pPr algn="ctr">
              <a:defRPr sz="1650" b="1">
                <a:solidFill>
                  <a:srgbClr val="25232E"/>
                </a:solidFill>
              </a:defRPr>
            </a:lvl6pPr>
            <a:lvl7pPr algn="ctr">
              <a:defRPr sz="1650" b="1">
                <a:solidFill>
                  <a:srgbClr val="25232E"/>
                </a:solidFill>
              </a:defRPr>
            </a:lvl7pPr>
            <a:lvl8pPr algn="ctr">
              <a:defRPr sz="1650" b="1">
                <a:solidFill>
                  <a:srgbClr val="25232E"/>
                </a:solidFill>
              </a:defRPr>
            </a:lvl8pPr>
            <a:lvl9pPr algn="ctr">
              <a:defRPr sz="165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5232E"/>
                </a:solidFill>
              </a:defRPr>
            </a:pPr>
            <a:r>
              <a:rPr sz="1650" b="1">
                <a:solidFill>
                  <a:srgbClr val="25232E"/>
                </a:solidFill>
              </a:rPr>
              <a:t>A3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C36F9-8122-4312-BED9-18D97774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5356811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0865F-DEFA-45B6-A089-89DF21D0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5214342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15154-2FBA-4CDA-A718-E1C62037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4857452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842528-5FEF-47FB-810A-37E5A237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4673600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C8B956-49BE-4954-9B78-0A592DBD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4526319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6BF347-F7A9-4781-990D-4FDAFDC7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4245133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6E6F5D-B407-496E-B81E-A6F51B7D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403965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9D1863-9C79-4474-A0A7-24BB72E43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383416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740022-1F97-42C4-8B59-118A328B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3390759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CAFB6-20EC-4094-8AE4-7C73375E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3174462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11712D-F763-41C6-9E52-19C93BBB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274186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974F31-DE96-4A99-9B90-D196632A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176" y="2547201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EA6D33-62DB-4886-8921-3BC40525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261209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300F9-0BF4-4CF0-A0FF-25FF3C09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276349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E9EAEB-1208-4266-AE7E-5DFEBBBFB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309875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C92EF3-A009-474D-9695-C92C7E0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3250166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090A8F-2FF5-4837-8DA6-931774C8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3401574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98651D-8BA2-431E-9B26-C63C173C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3747649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4E5EC-3710-4696-944A-47CC54F2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3920687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D1648C-E235-4D30-9184-7F7D42977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4093725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86DABF-2B18-47AE-8247-741477C3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4266762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6C7758-6743-453C-ABE9-4C47EC7D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4707420"/>
            <a:ext cx="128878" cy="1899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90C6A3-03EE-47C7-88FB-8F67D87F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5250914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CA370F-3B75-4AA1-88EE-FF64025D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3725" y="5445581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08B7C5-587C-4C8D-95D1-3EC1E6F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675" y="5426531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B3CB75-3AC3-49FA-B921-23A82E83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5356811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DCEFAC-14C7-40C7-A823-FAFE4A9A9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5214342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6FF9F4-7854-423C-B463-AA68F5EC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4857452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3097E4-B5FC-458C-A1C2-6B88C0C6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4608711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57CFFA-E286-4C5D-91A4-C91B223A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419105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8F6128-4ABD-45F4-B1B4-44D0DAD1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3996391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B8E608-AABF-405E-9803-61DF0416D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3801724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BE8FDA-02A4-4D79-B826-39237F02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3390759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00F291-46E2-415C-8A71-6CB4E2EE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3174462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380455-C797-4CDD-9FEA-B014FB71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253" y="3155412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AE9A99-2804-469E-BE18-62F798E1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274186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E4C0E8-96D7-4973-A3BB-BAB40D98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303" y="259046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E3B983-E194-4485-9D96-6DD758D69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8253" y="2571410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531312-339F-4E56-88E8-6D7F4A20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261209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86745D8-C305-482F-9FF6-BA70AE86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276349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B5699B-DFDD-43FD-89AF-A4441AF91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802" y="2744448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0E7A22A-836B-494F-ADD3-4DD76783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3152833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A333B77-94E0-4FC3-BA58-FB6F5EBF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3304241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675BAA-7F65-4610-8816-6F7C745C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345564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A32966-B4E3-4DE7-B11E-7BA9914A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3780094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5C4CA1-9A1F-4189-9EEE-1F891417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3931502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1986176-7AC0-487B-BC93-1147738F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408291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28192B0-B024-4BB8-BB62-64F5F9A2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423431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19B1A55-84BD-4648-A0F5-59995A367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4602023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D03B29-03FF-4403-8730-F19255A2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481832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0FEEA66-EA4E-4D43-BB93-D838EFCD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802" y="4799270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2002DE0-12B0-4FAE-85F4-82589EFF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5250914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89BC435-F1CC-43EC-97A4-84D171A9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8852" y="5445581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D93815E-27B4-49B8-A530-496942D9A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9802" y="5426531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EC744E3-3BF2-46FF-9598-EF3EAFAD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573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2250" b="1">
                <a:solidFill>
                  <a:srgbClr val="25232E"/>
                </a:solidFill>
              </a:defRPr>
            </a:defPPr>
            <a:lvl1pPr algn="ctr">
              <a:defRPr sz="2250" b="1">
                <a:solidFill>
                  <a:srgbClr val="25232E"/>
                </a:solidFill>
              </a:defRPr>
            </a:lvl1pPr>
            <a:lvl2pPr algn="ctr">
              <a:defRPr sz="2250" b="1">
                <a:solidFill>
                  <a:srgbClr val="25232E"/>
                </a:solidFill>
              </a:defRPr>
            </a:lvl2pPr>
            <a:lvl3pPr algn="ctr">
              <a:defRPr sz="2250" b="1">
                <a:solidFill>
                  <a:srgbClr val="25232E"/>
                </a:solidFill>
              </a:defRPr>
            </a:lvl3pPr>
            <a:lvl4pPr algn="ctr">
              <a:defRPr sz="2250" b="1">
                <a:solidFill>
                  <a:srgbClr val="25232E"/>
                </a:solidFill>
              </a:defRPr>
            </a:lvl4pPr>
            <a:lvl5pPr algn="ctr">
              <a:defRPr sz="2250" b="1">
                <a:solidFill>
                  <a:srgbClr val="25232E"/>
                </a:solidFill>
              </a:defRPr>
            </a:lvl5pPr>
            <a:lvl6pPr algn="ctr">
              <a:defRPr sz="2250" b="1">
                <a:solidFill>
                  <a:srgbClr val="25232E"/>
                </a:solidFill>
              </a:defRPr>
            </a:lvl6pPr>
            <a:lvl7pPr algn="ctr">
              <a:defRPr sz="2250" b="1">
                <a:solidFill>
                  <a:srgbClr val="25232E"/>
                </a:solidFill>
              </a:defRPr>
            </a:lvl7pPr>
            <a:lvl8pPr algn="ctr">
              <a:defRPr sz="2250" b="1">
                <a:solidFill>
                  <a:srgbClr val="25232E"/>
                </a:solidFill>
              </a:defRPr>
            </a:lvl8pPr>
            <a:lvl9pPr algn="ctr">
              <a:defRPr sz="225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25232E"/>
                </a:solidFill>
              </a:defRPr>
            </a:pPr>
            <a:r>
              <a:rPr sz="2250" b="1">
                <a:solidFill>
                  <a:srgbClr val="25232E"/>
                </a:solidFill>
              </a:rPr>
              <a:t>MILP 布局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1C10C69-4110-47DF-882F-644A2AAEE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145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25232E"/>
                </a:solidFill>
              </a:defRPr>
            </a:defPPr>
            <a:lvl1pPr algn="ctr">
              <a:defRPr sz="1650" b="1">
                <a:solidFill>
                  <a:srgbClr val="25232E"/>
                </a:solidFill>
              </a:defRPr>
            </a:lvl1pPr>
            <a:lvl2pPr algn="ctr">
              <a:defRPr sz="1650" b="1">
                <a:solidFill>
                  <a:srgbClr val="25232E"/>
                </a:solidFill>
              </a:defRPr>
            </a:lvl2pPr>
            <a:lvl3pPr algn="ctr">
              <a:defRPr sz="1650" b="1">
                <a:solidFill>
                  <a:srgbClr val="25232E"/>
                </a:solidFill>
              </a:defRPr>
            </a:lvl3pPr>
            <a:lvl4pPr algn="ctr">
              <a:defRPr sz="1650" b="1">
                <a:solidFill>
                  <a:srgbClr val="25232E"/>
                </a:solidFill>
              </a:defRPr>
            </a:lvl4pPr>
            <a:lvl5pPr algn="ctr">
              <a:defRPr sz="1650" b="1">
                <a:solidFill>
                  <a:srgbClr val="25232E"/>
                </a:solidFill>
              </a:defRPr>
            </a:lvl5pPr>
            <a:lvl6pPr algn="ctr">
              <a:defRPr sz="1650" b="1">
                <a:solidFill>
                  <a:srgbClr val="25232E"/>
                </a:solidFill>
              </a:defRPr>
            </a:lvl6pPr>
            <a:lvl7pPr algn="ctr">
              <a:defRPr sz="1650" b="1">
                <a:solidFill>
                  <a:srgbClr val="25232E"/>
                </a:solidFill>
              </a:defRPr>
            </a:lvl7pPr>
            <a:lvl8pPr algn="ctr">
              <a:defRPr sz="1650" b="1">
                <a:solidFill>
                  <a:srgbClr val="25232E"/>
                </a:solidFill>
              </a:defRPr>
            </a:lvl8pPr>
            <a:lvl9pPr algn="ctr">
              <a:defRPr sz="165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5232E"/>
                </a:solidFill>
              </a:defRPr>
            </a:pPr>
            <a:r>
              <a:rPr sz="1650" b="1">
                <a:solidFill>
                  <a:srgbClr val="25232E"/>
                </a:solidFill>
              </a:rPr>
              <a:t>A2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359405-A59D-433B-90C1-11E32838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7145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650" b="1">
                <a:solidFill>
                  <a:srgbClr val="25232E"/>
                </a:solidFill>
              </a:defRPr>
            </a:defPPr>
            <a:lvl1pPr algn="ctr">
              <a:defRPr sz="1650" b="1">
                <a:solidFill>
                  <a:srgbClr val="25232E"/>
                </a:solidFill>
              </a:defRPr>
            </a:lvl1pPr>
            <a:lvl2pPr algn="ctr">
              <a:defRPr sz="1650" b="1">
                <a:solidFill>
                  <a:srgbClr val="25232E"/>
                </a:solidFill>
              </a:defRPr>
            </a:lvl2pPr>
            <a:lvl3pPr algn="ctr">
              <a:defRPr sz="1650" b="1">
                <a:solidFill>
                  <a:srgbClr val="25232E"/>
                </a:solidFill>
              </a:defRPr>
            </a:lvl3pPr>
            <a:lvl4pPr algn="ctr">
              <a:defRPr sz="1650" b="1">
                <a:solidFill>
                  <a:srgbClr val="25232E"/>
                </a:solidFill>
              </a:defRPr>
            </a:lvl4pPr>
            <a:lvl5pPr algn="ctr">
              <a:defRPr sz="1650" b="1">
                <a:solidFill>
                  <a:srgbClr val="25232E"/>
                </a:solidFill>
              </a:defRPr>
            </a:lvl5pPr>
            <a:lvl6pPr algn="ctr">
              <a:defRPr sz="1650" b="1">
                <a:solidFill>
                  <a:srgbClr val="25232E"/>
                </a:solidFill>
              </a:defRPr>
            </a:lvl6pPr>
            <a:lvl7pPr algn="ctr">
              <a:defRPr sz="1650" b="1">
                <a:solidFill>
                  <a:srgbClr val="25232E"/>
                </a:solidFill>
              </a:defRPr>
            </a:lvl7pPr>
            <a:lvl8pPr algn="ctr">
              <a:defRPr sz="1650" b="1">
                <a:solidFill>
                  <a:srgbClr val="25232E"/>
                </a:solidFill>
              </a:defRPr>
            </a:lvl8pPr>
            <a:lvl9pPr algn="ctr">
              <a:defRPr sz="165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25232E"/>
                </a:solidFill>
              </a:defRPr>
            </a:pPr>
            <a:r>
              <a:rPr sz="1650" b="1">
                <a:solidFill>
                  <a:srgbClr val="25232E"/>
                </a:solidFill>
              </a:rPr>
              <a:t>A3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2FB096-740C-4B85-9D5F-44111FBB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5356811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9317639-6082-4EC0-807D-B1C2F717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5214342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9AC263-6654-4AA2-9DBE-B3E46E44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4857452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2348C6-4698-4B56-9F45-AA113A64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4673600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45ADE8F-A1B4-4DD2-98F4-658782A7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4526319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25679E-5EB1-4A88-A002-7CF52259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4245133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B6834A6-6EB2-4DDC-BEF5-F49A4CD4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403965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54B7BEB-8FF5-4F3C-BADC-D8A892924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383416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5B90B6D-1572-446D-8C39-D46779BF2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3390759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BA09699-AC4C-457C-8E37-E17504CF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3174462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331F796-4020-47BE-BECF-A276C5965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274186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7D2E49C-DB13-4124-B599-23A8E3A9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801" y="2547201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F3C8020-7915-475A-AFCA-FD8043BA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261209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39B37E9-9D6C-4524-A2EC-4C8BC4C3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276349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A3002AF-5AA9-40F4-AF64-85976BC4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309875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4C7B328-D1AF-47F2-B7F2-FCB195F9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3250166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7ED99E9-8D79-4C56-A9E7-B1AD8B81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3401574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8F81876-A741-45D6-8C53-5A9A0225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3747649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92AE8D80-4438-4646-9153-029C5DEB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3920687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1FEE7A1-26B0-461E-B820-F0BBFD7B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4093725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C940572-C0FA-461C-8C89-3C4F9B54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4266762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6968629-78B6-4B2E-8A46-9056E7320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4707420"/>
            <a:ext cx="128878" cy="18992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6606893-9B88-49E0-B456-05F0C365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5250914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1349ABC-C73C-472A-ADC5-C0B2463A8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350" y="5445581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4C78824-A21F-4A9C-8572-21EA63D9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1300" y="5426531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410ACBB-CCDC-4BC7-9667-C9916C82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5356811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5BF66E6-C1DE-4937-9748-5FABE06D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5214342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F118E91-EB1E-4044-B9AF-58ED78964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4857452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FC253E9-F28E-43F2-906E-7B135C77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4608711"/>
            <a:ext cx="128878" cy="2034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20C704A-3B9C-42A5-A5B5-C54778FE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419105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B791396-BB1B-4446-AE30-629BEE97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3996391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2F9EDC5-EB16-4311-9B01-4E590921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3801724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F45D7A2-7E2D-4A2A-9C45-EF8E6295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3390759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C706D6E-2E26-4193-A4F0-7D6CEA64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3174462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C57B604-98EA-45C7-9C3F-6DE8935A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878" y="3155412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171006E-B363-4286-A17A-7AC667C0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274186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46B7593-7359-43F9-966D-DE381042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3928" y="259046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45FF6CD-9608-44A4-8D80-302232EA7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4878" y="2571410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8232D91-BF95-4D91-8716-F705EDE4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261209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C701BED-D141-4AA5-804C-E0D6CB2A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276349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48A5CDC-F27A-4C3B-A4A8-3AA464EC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427" y="2744448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D099408-CD74-4D97-AB43-C8D05D85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3152833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0926897-2906-45B5-B177-78FBCD4B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3304241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66C822E-2E9F-43A5-8CA7-46DCE639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345564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A4C7764-8DB1-4848-9ACD-882EFDB9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3780094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5C4EAC6C-8747-486A-897B-FA71B516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3931502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6091744-52AA-40FC-B13A-A738130A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408291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803B914-41DC-4BA5-85F9-C72309FB2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4234318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09D44135-7DC5-4AF3-856C-D483F322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4602023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6E10802-9DBB-4257-A138-9EE33D19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4818320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4991D97-A64C-408A-954D-5042BCB5D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427" y="4799270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B9B1611-DE20-4E2A-86BA-265129CE5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5250914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A882F67-92AA-4477-B6DB-DABEAD11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477" y="5445581"/>
            <a:ext cx="128878" cy="1627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5715">
            <a:solidFill>
              <a:srgbClr val="FFFFF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A97E553-AAFF-4C04-9488-57E22E35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427" y="5426531"/>
            <a:ext cx="166978" cy="2008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5232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D9F1F98-6557-4951-AA19-214018DE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95425"/>
            <a:ext cx="3667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325" b="1">
                <a:solidFill>
                  <a:srgbClr val="783C91"/>
                </a:solidFill>
              </a:defRPr>
            </a:defPPr>
            <a:lvl1pPr algn="l">
              <a:defRPr sz="2325" b="1">
                <a:solidFill>
                  <a:srgbClr val="783C91"/>
                </a:solidFill>
              </a:defRPr>
            </a:lvl1pPr>
            <a:lvl2pPr algn="l">
              <a:defRPr sz="2325" b="1">
                <a:solidFill>
                  <a:srgbClr val="783C91"/>
                </a:solidFill>
              </a:defRPr>
            </a:lvl2pPr>
            <a:lvl3pPr algn="l">
              <a:defRPr sz="2325" b="1">
                <a:solidFill>
                  <a:srgbClr val="783C91"/>
                </a:solidFill>
              </a:defRPr>
            </a:lvl3pPr>
            <a:lvl4pPr algn="l">
              <a:defRPr sz="2325" b="1">
                <a:solidFill>
                  <a:srgbClr val="783C91"/>
                </a:solidFill>
              </a:defRPr>
            </a:lvl4pPr>
            <a:lvl5pPr algn="l">
              <a:defRPr sz="2325" b="1">
                <a:solidFill>
                  <a:srgbClr val="783C91"/>
                </a:solidFill>
              </a:defRPr>
            </a:lvl5pPr>
            <a:lvl6pPr algn="l">
              <a:defRPr sz="2325" b="1">
                <a:solidFill>
                  <a:srgbClr val="783C91"/>
                </a:solidFill>
              </a:defRPr>
            </a:lvl6pPr>
            <a:lvl7pPr algn="l">
              <a:defRPr sz="2325" b="1">
                <a:solidFill>
                  <a:srgbClr val="783C91"/>
                </a:solidFill>
              </a:defRPr>
            </a:lvl7pPr>
            <a:lvl8pPr algn="l">
              <a:defRPr sz="2325" b="1">
                <a:solidFill>
                  <a:srgbClr val="783C91"/>
                </a:solidFill>
              </a:defRPr>
            </a:lvl8pPr>
            <a:lvl9pPr algn="l">
              <a:defRPr sz="2325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783C91"/>
                </a:solidFill>
              </a:defRPr>
            </a:pPr>
            <a:r>
              <a:rPr sz="2325" b="1">
                <a:solidFill>
                  <a:srgbClr val="783C91"/>
                </a:solidFill>
              </a:rPr>
              <a:t>6 个槽位调整设备组</a:t>
            </a:r>
          </a:p>
        </p:txBody>
      </p:sp>
      <p:graphicFrame>
        <p:nvGraphicFrame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F175183-1F88-4B80-91F0-535F1BAC05E8}"/>
              </a:ext>
            </a:extLst>
          </p:cNvPr>
          <p:cNvGraphicFramePr/>
          <p:nvPr/>
        </p:nvGraphicFramePr>
        <p:xfrm>
          <a:off xmlns:a="http://schemas.openxmlformats.org/drawingml/2006/main" x="7858125" y="2190750"/>
          <a:ext xmlns:a="http://schemas.openxmlformats.org/drawingml/2006/main" cx="36195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095375"/>
                <a:gridCol w="1095375"/>
              </a:tblGrid>
              <a:tr h="44631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3C91"/>
                          </a:solidFill>
                        </a:rPr>
                        <a:t>槽位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T w="9525">
                      <a:solidFill>
                        <a:srgbClr val="E5DFE9"/>
                      </a:solidFill>
                      <a:prstDash val="solid"/>
                    </a:lnT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3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3C91"/>
                          </a:solidFill>
                        </a:rPr>
                        <a:t>原组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T w="9525">
                      <a:solidFill>
                        <a:srgbClr val="E5DFE9"/>
                      </a:solidFill>
                      <a:prstDash val="solid"/>
                    </a:lnT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3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3C91"/>
                          </a:solidFill>
                        </a:rPr>
                        <a:t>新组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T w="9525">
                      <a:solidFill>
                        <a:srgbClr val="E5DFE9"/>
                      </a:solidFill>
                      <a:prstDash val="solid"/>
                    </a:lnT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3EDF7"/>
                    </a:solidFill>
                  </a:tcPr>
                </a:tc>
              </a:tr>
              <a:tr h="44631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S0146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S0155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S0157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48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S0159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S0168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6314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S0170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65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3943B84-8112-4BC5-A473-C20FE213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716A78"/>
                </a:solidFill>
              </a:defRPr>
            </a:defPPr>
            <a:lvl1pPr algn="l">
              <a:defRPr sz="1725" b="0">
                <a:solidFill>
                  <a:srgbClr val="716A78"/>
                </a:solidFill>
              </a:defRPr>
            </a:lvl1pPr>
            <a:lvl2pPr algn="l">
              <a:defRPr sz="1725" b="0">
                <a:solidFill>
                  <a:srgbClr val="716A78"/>
                </a:solidFill>
              </a:defRPr>
            </a:lvl2pPr>
            <a:lvl3pPr algn="l">
              <a:defRPr sz="1725" b="0">
                <a:solidFill>
                  <a:srgbClr val="716A78"/>
                </a:solidFill>
              </a:defRPr>
            </a:lvl3pPr>
            <a:lvl4pPr algn="l">
              <a:defRPr sz="1725" b="0">
                <a:solidFill>
                  <a:srgbClr val="716A78"/>
                </a:solidFill>
              </a:defRPr>
            </a:lvl4pPr>
            <a:lvl5pPr algn="l">
              <a:defRPr sz="1725" b="0">
                <a:solidFill>
                  <a:srgbClr val="716A78"/>
                </a:solidFill>
              </a:defRPr>
            </a:lvl5pPr>
            <a:lvl6pPr algn="l">
              <a:defRPr sz="1725" b="0">
                <a:solidFill>
                  <a:srgbClr val="716A78"/>
                </a:solidFill>
              </a:defRPr>
            </a:lvl6pPr>
            <a:lvl7pPr algn="l">
              <a:defRPr sz="1725" b="0">
                <a:solidFill>
                  <a:srgbClr val="716A78"/>
                </a:solidFill>
              </a:defRPr>
            </a:lvl7pPr>
            <a:lvl8pPr algn="l">
              <a:defRPr sz="1725" b="0">
                <a:solidFill>
                  <a:srgbClr val="716A78"/>
                </a:solidFill>
              </a:defRPr>
            </a:lvl8pPr>
            <a:lvl9pPr algn="l">
              <a:defRPr sz="172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716A78"/>
                </a:solidFill>
              </a:defRPr>
            </a:pPr>
            <a:r>
              <a:rPr sz="1725" b="0">
                <a:solidFill>
                  <a:srgbClr val="716A78"/>
                </a:solidFill>
              </a:rPr>
              <a:t>设备类型不变，仅调整位置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1F60E2F-314D-43FA-B14C-5ED53DC6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301F769-F1A3-4891-A8D2-7EC476AB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25232E"/>
                </a:solidFill>
              </a:defRPr>
            </a:defPPr>
            <a:lvl1pPr algn="l">
              <a:defRPr sz="1425" b="0">
                <a:solidFill>
                  <a:srgbClr val="25232E"/>
                </a:solidFill>
              </a:defRPr>
            </a:lvl1pPr>
            <a:lvl2pPr algn="l">
              <a:defRPr sz="1425" b="0">
                <a:solidFill>
                  <a:srgbClr val="25232E"/>
                </a:solidFill>
              </a:defRPr>
            </a:lvl2pPr>
            <a:lvl3pPr algn="l">
              <a:defRPr sz="1425" b="0">
                <a:solidFill>
                  <a:srgbClr val="25232E"/>
                </a:solidFill>
              </a:defRPr>
            </a:lvl3pPr>
            <a:lvl4pPr algn="l">
              <a:defRPr sz="1425" b="0">
                <a:solidFill>
                  <a:srgbClr val="25232E"/>
                </a:solidFill>
              </a:defRPr>
            </a:lvl4pPr>
            <a:lvl5pPr algn="l">
              <a:defRPr sz="1425" b="0">
                <a:solidFill>
                  <a:srgbClr val="25232E"/>
                </a:solidFill>
              </a:defRPr>
            </a:lvl5pPr>
            <a:lvl6pPr algn="l">
              <a:defRPr sz="1425" b="0">
                <a:solidFill>
                  <a:srgbClr val="25232E"/>
                </a:solidFill>
              </a:defRPr>
            </a:lvl6pPr>
            <a:lvl7pPr algn="l">
              <a:defRPr sz="1425" b="0">
                <a:solidFill>
                  <a:srgbClr val="25232E"/>
                </a:solidFill>
              </a:defRPr>
            </a:lvl7pPr>
            <a:lvl8pPr algn="l">
              <a:defRPr sz="1425" b="0">
                <a:solidFill>
                  <a:srgbClr val="25232E"/>
                </a:solidFill>
              </a:defRPr>
            </a:lvl8pPr>
            <a:lvl9pPr algn="l">
              <a:defRPr sz="1425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5232E"/>
                </a:solidFill>
              </a:defRPr>
            </a:pPr>
            <a:r>
              <a:rPr sz="1425" b="0">
                <a:solidFill>
                  <a:srgbClr val="25232E"/>
                </a:solidFill>
              </a:rPr>
              <a:t>DE_BE_13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002AF2A-2ACA-4AE0-AB2E-F3E198FD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0769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E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77EF4D5A-6605-41F1-B4B5-5FC124D8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601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25232E"/>
                </a:solidFill>
              </a:defRPr>
            </a:defPPr>
            <a:lvl1pPr algn="l">
              <a:defRPr sz="1425" b="0">
                <a:solidFill>
                  <a:srgbClr val="25232E"/>
                </a:solidFill>
              </a:defRPr>
            </a:lvl1pPr>
            <a:lvl2pPr algn="l">
              <a:defRPr sz="1425" b="0">
                <a:solidFill>
                  <a:srgbClr val="25232E"/>
                </a:solidFill>
              </a:defRPr>
            </a:lvl2pPr>
            <a:lvl3pPr algn="l">
              <a:defRPr sz="1425" b="0">
                <a:solidFill>
                  <a:srgbClr val="25232E"/>
                </a:solidFill>
              </a:defRPr>
            </a:lvl3pPr>
            <a:lvl4pPr algn="l">
              <a:defRPr sz="1425" b="0">
                <a:solidFill>
                  <a:srgbClr val="25232E"/>
                </a:solidFill>
              </a:defRPr>
            </a:lvl4pPr>
            <a:lvl5pPr algn="l">
              <a:defRPr sz="1425" b="0">
                <a:solidFill>
                  <a:srgbClr val="25232E"/>
                </a:solidFill>
              </a:defRPr>
            </a:lvl5pPr>
            <a:lvl6pPr algn="l">
              <a:defRPr sz="1425" b="0">
                <a:solidFill>
                  <a:srgbClr val="25232E"/>
                </a:solidFill>
              </a:defRPr>
            </a:lvl6pPr>
            <a:lvl7pPr algn="l">
              <a:defRPr sz="1425" b="0">
                <a:solidFill>
                  <a:srgbClr val="25232E"/>
                </a:solidFill>
              </a:defRPr>
            </a:lvl7pPr>
            <a:lvl8pPr algn="l">
              <a:defRPr sz="1425" b="0">
                <a:solidFill>
                  <a:srgbClr val="25232E"/>
                </a:solidFill>
              </a:defRPr>
            </a:lvl8pPr>
            <a:lvl9pPr algn="l">
              <a:defRPr sz="1425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5232E"/>
                </a:solidFill>
              </a:defRPr>
            </a:pPr>
            <a:r>
              <a:rPr sz="1425" b="0">
                <a:solidFill>
                  <a:srgbClr val="25232E"/>
                </a:solidFill>
              </a:rPr>
              <a:t>DE_BE_48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068BE62-AC04-45F3-946B-8254771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60769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F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8FE23D9-BDEB-4E79-B4C5-B55C4F40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01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25232E"/>
                </a:solidFill>
              </a:defRPr>
            </a:defPPr>
            <a:lvl1pPr algn="l">
              <a:defRPr sz="1425" b="0">
                <a:solidFill>
                  <a:srgbClr val="25232E"/>
                </a:solidFill>
              </a:defRPr>
            </a:lvl1pPr>
            <a:lvl2pPr algn="l">
              <a:defRPr sz="1425" b="0">
                <a:solidFill>
                  <a:srgbClr val="25232E"/>
                </a:solidFill>
              </a:defRPr>
            </a:lvl2pPr>
            <a:lvl3pPr algn="l">
              <a:defRPr sz="1425" b="0">
                <a:solidFill>
                  <a:srgbClr val="25232E"/>
                </a:solidFill>
              </a:defRPr>
            </a:lvl3pPr>
            <a:lvl4pPr algn="l">
              <a:defRPr sz="1425" b="0">
                <a:solidFill>
                  <a:srgbClr val="25232E"/>
                </a:solidFill>
              </a:defRPr>
            </a:lvl4pPr>
            <a:lvl5pPr algn="l">
              <a:defRPr sz="1425" b="0">
                <a:solidFill>
                  <a:srgbClr val="25232E"/>
                </a:solidFill>
              </a:defRPr>
            </a:lvl5pPr>
            <a:lvl6pPr algn="l">
              <a:defRPr sz="1425" b="0">
                <a:solidFill>
                  <a:srgbClr val="25232E"/>
                </a:solidFill>
              </a:defRPr>
            </a:lvl6pPr>
            <a:lvl7pPr algn="l">
              <a:defRPr sz="1425" b="0">
                <a:solidFill>
                  <a:srgbClr val="25232E"/>
                </a:solidFill>
              </a:defRPr>
            </a:lvl7pPr>
            <a:lvl8pPr algn="l">
              <a:defRPr sz="1425" b="0">
                <a:solidFill>
                  <a:srgbClr val="25232E"/>
                </a:solidFill>
              </a:defRPr>
            </a:lvl8pPr>
            <a:lvl9pPr algn="l">
              <a:defRPr sz="1425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5232E"/>
                </a:solidFill>
              </a:defRPr>
            </a:pPr>
            <a:r>
              <a:rPr sz="1425" b="0">
                <a:solidFill>
                  <a:srgbClr val="25232E"/>
                </a:solidFill>
              </a:rPr>
              <a:t>DE_BE_50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A66425E-EE50-46DD-9B10-2D505105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076950"/>
            <a:ext cx="190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85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A124D8B-0F89-45A6-A82D-5DED674A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0102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25232E"/>
                </a:solidFill>
              </a:defRPr>
            </a:defPPr>
            <a:lvl1pPr algn="l">
              <a:defRPr sz="1425" b="0">
                <a:solidFill>
                  <a:srgbClr val="25232E"/>
                </a:solidFill>
              </a:defRPr>
            </a:lvl1pPr>
            <a:lvl2pPr algn="l">
              <a:defRPr sz="1425" b="0">
                <a:solidFill>
                  <a:srgbClr val="25232E"/>
                </a:solidFill>
              </a:defRPr>
            </a:lvl2pPr>
            <a:lvl3pPr algn="l">
              <a:defRPr sz="1425" b="0">
                <a:solidFill>
                  <a:srgbClr val="25232E"/>
                </a:solidFill>
              </a:defRPr>
            </a:lvl3pPr>
            <a:lvl4pPr algn="l">
              <a:defRPr sz="1425" b="0">
                <a:solidFill>
                  <a:srgbClr val="25232E"/>
                </a:solidFill>
              </a:defRPr>
            </a:lvl4pPr>
            <a:lvl5pPr algn="l">
              <a:defRPr sz="1425" b="0">
                <a:solidFill>
                  <a:srgbClr val="25232E"/>
                </a:solidFill>
              </a:defRPr>
            </a:lvl5pPr>
            <a:lvl6pPr algn="l">
              <a:defRPr sz="1425" b="0">
                <a:solidFill>
                  <a:srgbClr val="25232E"/>
                </a:solidFill>
              </a:defRPr>
            </a:lvl6pPr>
            <a:lvl7pPr algn="l">
              <a:defRPr sz="1425" b="0">
                <a:solidFill>
                  <a:srgbClr val="25232E"/>
                </a:solidFill>
              </a:defRPr>
            </a:lvl7pPr>
            <a:lvl8pPr algn="l">
              <a:defRPr sz="1425" b="0">
                <a:solidFill>
                  <a:srgbClr val="25232E"/>
                </a:solidFill>
              </a:defRPr>
            </a:lvl8pPr>
            <a:lvl9pPr algn="l">
              <a:defRPr sz="1425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25232E"/>
                </a:solidFill>
              </a:defRPr>
            </a:pPr>
            <a:r>
              <a:rPr sz="1425" b="0">
                <a:solidFill>
                  <a:srgbClr val="25232E"/>
                </a:solidFill>
              </a:rPr>
              <a:t>DE_BE_65</a:t>
            </a:r>
          </a:p>
        </p:txBody>
      </p:sp>
    </p:spTree>
    <p:extLst>
      <p:ext uri="{BB962C8B-B14F-4D97-AF65-F5344CB8AC3E}">
        <p14:creationId xmlns:p14="http://schemas.microsoft.com/office/powerpoint/2010/main" val="6485365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F32F8-986E-4AF5-88A2-634AD7439315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29175" y="2405063"/>
            <a:ext cx="2533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83C91"/>
            </a:solidFill>
            <a:prstDash val="solid"/>
            <a:tailEnd type="arrow" w="med" len="me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9695C-222B-4023-8B0F-E65109C6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5232E"/>
                </a:solidFill>
              </a:defRPr>
            </a:defPPr>
            <a:lvl1pPr algn="l">
              <a:defRPr sz="3300" b="1">
                <a:solidFill>
                  <a:srgbClr val="25232E"/>
                </a:solidFill>
              </a:defRPr>
            </a:lvl1pPr>
            <a:lvl2pPr algn="l">
              <a:defRPr sz="3300" b="1">
                <a:solidFill>
                  <a:srgbClr val="25232E"/>
                </a:solidFill>
              </a:defRPr>
            </a:lvl2pPr>
            <a:lvl3pPr algn="l">
              <a:defRPr sz="3300" b="1">
                <a:solidFill>
                  <a:srgbClr val="25232E"/>
                </a:solidFill>
              </a:defRPr>
            </a:lvl3pPr>
            <a:lvl4pPr algn="l">
              <a:defRPr sz="3300" b="1">
                <a:solidFill>
                  <a:srgbClr val="25232E"/>
                </a:solidFill>
              </a:defRPr>
            </a:lvl4pPr>
            <a:lvl5pPr algn="l">
              <a:defRPr sz="3300" b="1">
                <a:solidFill>
                  <a:srgbClr val="25232E"/>
                </a:solidFill>
              </a:defRPr>
            </a:lvl5pPr>
            <a:lvl6pPr algn="l">
              <a:defRPr sz="3300" b="1">
                <a:solidFill>
                  <a:srgbClr val="25232E"/>
                </a:solidFill>
              </a:defRPr>
            </a:lvl6pPr>
            <a:lvl7pPr algn="l">
              <a:defRPr sz="3300" b="1">
                <a:solidFill>
                  <a:srgbClr val="25232E"/>
                </a:solidFill>
              </a:defRPr>
            </a:lvl7pPr>
            <a:lvl8pPr algn="l">
              <a:defRPr sz="3300" b="1">
                <a:solidFill>
                  <a:srgbClr val="25232E"/>
                </a:solidFill>
              </a:defRPr>
            </a:lvl8pPr>
            <a:lvl9pPr algn="l">
              <a:defRPr sz="33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5232E"/>
                </a:solidFill>
              </a:defRPr>
            </a:pPr>
            <a:r>
              <a:rPr sz="3300" b="1">
                <a:solidFill>
                  <a:srgbClr val="25232E"/>
                </a:solidFill>
              </a:rPr>
              <a:t>具体例子：ECH0155 从 A3 迁至 A2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6B57B8-2995-442C-8912-963B9223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16A78"/>
                </a:solidFill>
              </a:defRPr>
            </a:defPPr>
            <a:lvl1pPr algn="l">
              <a:defRPr sz="1275" b="0">
                <a:solidFill>
                  <a:srgbClr val="716A78"/>
                </a:solidFill>
              </a:defRPr>
            </a:lvl1pPr>
            <a:lvl2pPr algn="l">
              <a:defRPr sz="1275" b="0">
                <a:solidFill>
                  <a:srgbClr val="716A78"/>
                </a:solidFill>
              </a:defRPr>
            </a:lvl2pPr>
            <a:lvl3pPr algn="l">
              <a:defRPr sz="1275" b="0">
                <a:solidFill>
                  <a:srgbClr val="716A78"/>
                </a:solidFill>
              </a:defRPr>
            </a:lvl3pPr>
            <a:lvl4pPr algn="l">
              <a:defRPr sz="1275" b="0">
                <a:solidFill>
                  <a:srgbClr val="716A78"/>
                </a:solidFill>
              </a:defRPr>
            </a:lvl4pPr>
            <a:lvl5pPr algn="l">
              <a:defRPr sz="1275" b="0">
                <a:solidFill>
                  <a:srgbClr val="716A78"/>
                </a:solidFill>
              </a:defRPr>
            </a:lvl5pPr>
            <a:lvl6pPr algn="l">
              <a:defRPr sz="1275" b="0">
                <a:solidFill>
                  <a:srgbClr val="716A78"/>
                </a:solidFill>
              </a:defRPr>
            </a:lvl6pPr>
            <a:lvl7pPr algn="l">
              <a:defRPr sz="1275" b="0">
                <a:solidFill>
                  <a:srgbClr val="716A78"/>
                </a:solidFill>
              </a:defRPr>
            </a:lvl7pPr>
            <a:lvl8pPr algn="l">
              <a:defRPr sz="1275" b="0">
                <a:solidFill>
                  <a:srgbClr val="716A78"/>
                </a:solidFill>
              </a:defRPr>
            </a:lvl8pPr>
            <a:lvl9pPr algn="l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A2 组  第六周课程设计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D9CD1-46C3-41B2-B793-6D16B09F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0">
                <a:solidFill>
                  <a:srgbClr val="716A78"/>
                </a:solidFill>
              </a:defRPr>
            </a:defPPr>
            <a:lvl1pPr algn="r">
              <a:defRPr sz="1275" b="0">
                <a:solidFill>
                  <a:srgbClr val="716A78"/>
                </a:solidFill>
              </a:defRPr>
            </a:lvl1pPr>
            <a:lvl2pPr algn="r">
              <a:defRPr sz="1275" b="0">
                <a:solidFill>
                  <a:srgbClr val="716A78"/>
                </a:solidFill>
              </a:defRPr>
            </a:lvl2pPr>
            <a:lvl3pPr algn="r">
              <a:defRPr sz="1275" b="0">
                <a:solidFill>
                  <a:srgbClr val="716A78"/>
                </a:solidFill>
              </a:defRPr>
            </a:lvl3pPr>
            <a:lvl4pPr algn="r">
              <a:defRPr sz="1275" b="0">
                <a:solidFill>
                  <a:srgbClr val="716A78"/>
                </a:solidFill>
              </a:defRPr>
            </a:lvl4pPr>
            <a:lvl5pPr algn="r">
              <a:defRPr sz="1275" b="0">
                <a:solidFill>
                  <a:srgbClr val="716A78"/>
                </a:solidFill>
              </a:defRPr>
            </a:lvl5pPr>
            <a:lvl6pPr algn="r">
              <a:defRPr sz="1275" b="0">
                <a:solidFill>
                  <a:srgbClr val="716A78"/>
                </a:solidFill>
              </a:defRPr>
            </a:lvl6pPr>
            <a:lvl7pPr algn="r">
              <a:defRPr sz="1275" b="0">
                <a:solidFill>
                  <a:srgbClr val="716A78"/>
                </a:solidFill>
              </a:defRPr>
            </a:lvl7pPr>
            <a:lvl8pPr algn="r">
              <a:defRPr sz="1275" b="0">
                <a:solidFill>
                  <a:srgbClr val="716A78"/>
                </a:solidFill>
              </a:defRPr>
            </a:lvl8pPr>
            <a:lvl9pPr algn="r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6 /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53311-D26E-4ED8-B73B-4D694197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1433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3C9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674FA-32C5-44DF-9EEE-0EAEC3C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783C91"/>
                </a:solidFill>
              </a:defRPr>
            </a:defPPr>
            <a:lvl1pPr algn="l">
              <a:defRPr sz="2250" b="1">
                <a:solidFill>
                  <a:srgbClr val="783C91"/>
                </a:solidFill>
              </a:defRPr>
            </a:lvl1pPr>
            <a:lvl2pPr algn="l">
              <a:defRPr sz="2250" b="1">
                <a:solidFill>
                  <a:srgbClr val="783C91"/>
                </a:solidFill>
              </a:defRPr>
            </a:lvl2pPr>
            <a:lvl3pPr algn="l">
              <a:defRPr sz="2250" b="1">
                <a:solidFill>
                  <a:srgbClr val="783C91"/>
                </a:solidFill>
              </a:defRPr>
            </a:lvl3pPr>
            <a:lvl4pPr algn="l">
              <a:defRPr sz="2250" b="1">
                <a:solidFill>
                  <a:srgbClr val="783C91"/>
                </a:solidFill>
              </a:defRPr>
            </a:lvl4pPr>
            <a:lvl5pPr algn="l">
              <a:defRPr sz="2250" b="1">
                <a:solidFill>
                  <a:srgbClr val="783C91"/>
                </a:solidFill>
              </a:defRPr>
            </a:lvl5pPr>
            <a:lvl6pPr algn="l">
              <a:defRPr sz="2250" b="1">
                <a:solidFill>
                  <a:srgbClr val="783C91"/>
                </a:solidFill>
              </a:defRPr>
            </a:lvl6pPr>
            <a:lvl7pPr algn="l">
              <a:defRPr sz="2250" b="1">
                <a:solidFill>
                  <a:srgbClr val="783C91"/>
                </a:solidFill>
              </a:defRPr>
            </a:lvl7pPr>
            <a:lvl8pPr algn="l">
              <a:defRPr sz="2250" b="1">
                <a:solidFill>
                  <a:srgbClr val="783C91"/>
                </a:solidFill>
              </a:defRPr>
            </a:lvl8pPr>
            <a:lvl9pPr algn="l">
              <a:defRPr sz="2250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783C91"/>
                </a:solidFill>
              </a:defRPr>
            </a:pPr>
            <a:r>
              <a:rPr sz="2250" b="1">
                <a:solidFill>
                  <a:srgbClr val="783C91"/>
                </a:solidFill>
              </a:rPr>
              <a:t>原位置：A3，槽位 S0155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884EA-688C-424F-94D1-3102BC4C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5232E"/>
                </a:solidFill>
              </a:defRPr>
            </a:defPPr>
            <a:lvl1pPr algn="l">
              <a:defRPr sz="1800" b="0">
                <a:solidFill>
                  <a:srgbClr val="25232E"/>
                </a:solidFill>
              </a:defRPr>
            </a:lvl1pPr>
            <a:lvl2pPr algn="l">
              <a:defRPr sz="1800" b="0">
                <a:solidFill>
                  <a:srgbClr val="25232E"/>
                </a:solidFill>
              </a:defRPr>
            </a:lvl2pPr>
            <a:lvl3pPr algn="l">
              <a:defRPr sz="1800" b="0">
                <a:solidFill>
                  <a:srgbClr val="25232E"/>
                </a:solidFill>
              </a:defRPr>
            </a:lvl3pPr>
            <a:lvl4pPr algn="l">
              <a:defRPr sz="1800" b="0">
                <a:solidFill>
                  <a:srgbClr val="25232E"/>
                </a:solidFill>
              </a:defRPr>
            </a:lvl4pPr>
            <a:lvl5pPr algn="l">
              <a:defRPr sz="1800" b="0">
                <a:solidFill>
                  <a:srgbClr val="25232E"/>
                </a:solidFill>
              </a:defRPr>
            </a:lvl5pPr>
            <a:lvl6pPr algn="l">
              <a:defRPr sz="1800" b="0">
                <a:solidFill>
                  <a:srgbClr val="25232E"/>
                </a:solidFill>
              </a:defRPr>
            </a:lvl6pPr>
            <a:lvl7pPr algn="l">
              <a:defRPr sz="1800" b="0">
                <a:solidFill>
                  <a:srgbClr val="25232E"/>
                </a:solidFill>
              </a:defRPr>
            </a:lvl7pPr>
            <a:lvl8pPr algn="l">
              <a:defRPr sz="1800" b="0">
                <a:solidFill>
                  <a:srgbClr val="25232E"/>
                </a:solidFill>
              </a:defRPr>
            </a:lvl8pPr>
            <a:lvl9pPr algn="l">
              <a:defRPr sz="180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232E"/>
                </a:solidFill>
              </a:defRPr>
            </a:pPr>
            <a:r>
              <a:rPr sz="1800" b="0">
                <a:solidFill>
                  <a:srgbClr val="25232E"/>
                </a:solidFill>
              </a:rPr>
              <a:t>坐标 (31.707，121.042)</a:t>
            </a:r>
          </a:p>
          <a:p xmlns:a="http://schemas.openxmlformats.org/drawingml/2006/main">
            <a:pPr algn="l">
              <a:defRPr sz="1800" b="0">
                <a:solidFill>
                  <a:srgbClr val="25232E"/>
                </a:solidFill>
              </a:defRPr>
            </a:pPr>
            <a:r>
              <a:rPr sz="1800" b="0">
                <a:solidFill>
                  <a:srgbClr val="25232E"/>
                </a:solidFill>
              </a:rPr>
              <a:t>端口 ECH0155_Port1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7D666-960D-4BD7-B2AE-AB2D340F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619250"/>
            <a:ext cx="414337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68E9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0D3E18-8758-4109-A00C-33A75E57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2880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250" b="1">
                <a:solidFill>
                  <a:srgbClr val="168E93"/>
                </a:solidFill>
              </a:defRPr>
            </a:defPPr>
            <a:lvl1pPr algn="l">
              <a:defRPr sz="2250" b="1">
                <a:solidFill>
                  <a:srgbClr val="168E93"/>
                </a:solidFill>
              </a:defRPr>
            </a:lvl1pPr>
            <a:lvl2pPr algn="l">
              <a:defRPr sz="2250" b="1">
                <a:solidFill>
                  <a:srgbClr val="168E93"/>
                </a:solidFill>
              </a:defRPr>
            </a:lvl2pPr>
            <a:lvl3pPr algn="l">
              <a:defRPr sz="2250" b="1">
                <a:solidFill>
                  <a:srgbClr val="168E93"/>
                </a:solidFill>
              </a:defRPr>
            </a:lvl3pPr>
            <a:lvl4pPr algn="l">
              <a:defRPr sz="2250" b="1">
                <a:solidFill>
                  <a:srgbClr val="168E93"/>
                </a:solidFill>
              </a:defRPr>
            </a:lvl4pPr>
            <a:lvl5pPr algn="l">
              <a:defRPr sz="2250" b="1">
                <a:solidFill>
                  <a:srgbClr val="168E93"/>
                </a:solidFill>
              </a:defRPr>
            </a:lvl5pPr>
            <a:lvl6pPr algn="l">
              <a:defRPr sz="2250" b="1">
                <a:solidFill>
                  <a:srgbClr val="168E93"/>
                </a:solidFill>
              </a:defRPr>
            </a:lvl6pPr>
            <a:lvl7pPr algn="l">
              <a:defRPr sz="2250" b="1">
                <a:solidFill>
                  <a:srgbClr val="168E93"/>
                </a:solidFill>
              </a:defRPr>
            </a:lvl7pPr>
            <a:lvl8pPr algn="l">
              <a:defRPr sz="2250" b="1">
                <a:solidFill>
                  <a:srgbClr val="168E93"/>
                </a:solidFill>
              </a:defRPr>
            </a:lvl8pPr>
            <a:lvl9pPr algn="l">
              <a:defRPr sz="2250" b="1">
                <a:solidFill>
                  <a:srgbClr val="168E93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68E93"/>
                </a:solidFill>
              </a:defRPr>
            </a:pPr>
            <a:r>
              <a:rPr sz="2250" b="1">
                <a:solidFill>
                  <a:srgbClr val="168E93"/>
                </a:solidFill>
              </a:rPr>
              <a:t>新位置：A2，槽位 S0146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56107-F5EB-455C-BDB3-54F582DB8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4098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5232E"/>
                </a:solidFill>
              </a:defRPr>
            </a:defPPr>
            <a:lvl1pPr algn="l">
              <a:defRPr sz="1800" b="0">
                <a:solidFill>
                  <a:srgbClr val="25232E"/>
                </a:solidFill>
              </a:defRPr>
            </a:lvl1pPr>
            <a:lvl2pPr algn="l">
              <a:defRPr sz="1800" b="0">
                <a:solidFill>
                  <a:srgbClr val="25232E"/>
                </a:solidFill>
              </a:defRPr>
            </a:lvl2pPr>
            <a:lvl3pPr algn="l">
              <a:defRPr sz="1800" b="0">
                <a:solidFill>
                  <a:srgbClr val="25232E"/>
                </a:solidFill>
              </a:defRPr>
            </a:lvl3pPr>
            <a:lvl4pPr algn="l">
              <a:defRPr sz="1800" b="0">
                <a:solidFill>
                  <a:srgbClr val="25232E"/>
                </a:solidFill>
              </a:defRPr>
            </a:lvl4pPr>
            <a:lvl5pPr algn="l">
              <a:defRPr sz="1800" b="0">
                <a:solidFill>
                  <a:srgbClr val="25232E"/>
                </a:solidFill>
              </a:defRPr>
            </a:lvl5pPr>
            <a:lvl6pPr algn="l">
              <a:defRPr sz="1800" b="0">
                <a:solidFill>
                  <a:srgbClr val="25232E"/>
                </a:solidFill>
              </a:defRPr>
            </a:lvl6pPr>
            <a:lvl7pPr algn="l">
              <a:defRPr sz="1800" b="0">
                <a:solidFill>
                  <a:srgbClr val="25232E"/>
                </a:solidFill>
              </a:defRPr>
            </a:lvl7pPr>
            <a:lvl8pPr algn="l">
              <a:defRPr sz="1800" b="0">
                <a:solidFill>
                  <a:srgbClr val="25232E"/>
                </a:solidFill>
              </a:defRPr>
            </a:lvl8pPr>
            <a:lvl9pPr algn="l">
              <a:defRPr sz="180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232E"/>
                </a:solidFill>
              </a:defRPr>
            </a:pPr>
            <a:r>
              <a:rPr sz="1800" b="0">
                <a:solidFill>
                  <a:srgbClr val="25232E"/>
                </a:solidFill>
              </a:rPr>
              <a:t>坐标 (26.630，77.292)</a:t>
            </a:r>
          </a:p>
          <a:p xmlns:a="http://schemas.openxmlformats.org/drawingml/2006/main">
            <a:pPr algn="l">
              <a:defRPr sz="1800" b="0">
                <a:solidFill>
                  <a:srgbClr val="25232E"/>
                </a:solidFill>
              </a:defRPr>
            </a:pPr>
            <a:r>
              <a:rPr sz="1800" b="0">
                <a:solidFill>
                  <a:srgbClr val="25232E"/>
                </a:solidFill>
              </a:rPr>
              <a:t>端口 ECH0146_Port1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4998E-2EF4-4623-A6E6-3E9238818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81400"/>
            <a:ext cx="10810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25232E"/>
                </a:solidFill>
              </a:defRPr>
            </a:defPPr>
            <a:lvl1pPr algn="l">
              <a:defRPr sz="2100" b="1">
                <a:solidFill>
                  <a:srgbClr val="25232E"/>
                </a:solidFill>
              </a:defRPr>
            </a:lvl1pPr>
            <a:lvl2pPr algn="l">
              <a:defRPr sz="2100" b="1">
                <a:solidFill>
                  <a:srgbClr val="25232E"/>
                </a:solidFill>
              </a:defRPr>
            </a:lvl2pPr>
            <a:lvl3pPr algn="l">
              <a:defRPr sz="2100" b="1">
                <a:solidFill>
                  <a:srgbClr val="25232E"/>
                </a:solidFill>
              </a:defRPr>
            </a:lvl3pPr>
            <a:lvl4pPr algn="l">
              <a:defRPr sz="2100" b="1">
                <a:solidFill>
                  <a:srgbClr val="25232E"/>
                </a:solidFill>
              </a:defRPr>
            </a:lvl4pPr>
            <a:lvl5pPr algn="l">
              <a:defRPr sz="2100" b="1">
                <a:solidFill>
                  <a:srgbClr val="25232E"/>
                </a:solidFill>
              </a:defRPr>
            </a:lvl5pPr>
            <a:lvl6pPr algn="l">
              <a:defRPr sz="2100" b="1">
                <a:solidFill>
                  <a:srgbClr val="25232E"/>
                </a:solidFill>
              </a:defRPr>
            </a:lvl6pPr>
            <a:lvl7pPr algn="l">
              <a:defRPr sz="2100" b="1">
                <a:solidFill>
                  <a:srgbClr val="25232E"/>
                </a:solidFill>
              </a:defRPr>
            </a:lvl7pPr>
            <a:lvl8pPr algn="l">
              <a:defRPr sz="2100" b="1">
                <a:solidFill>
                  <a:srgbClr val="25232E"/>
                </a:solidFill>
              </a:defRPr>
            </a:lvl8pPr>
            <a:lvl9pPr algn="l">
              <a:defRPr sz="21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25232E"/>
                </a:solidFill>
              </a:defRPr>
            </a:pPr>
            <a:r>
              <a:rPr sz="2100" b="1">
                <a:solidFill>
                  <a:srgbClr val="25232E"/>
                </a:solidFill>
              </a:rPr>
              <a:t>保持 DE_BE_50 类型及占地尺寸，使用目标槽位端口接入轨道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19C4E-AD9E-4EDF-A3DA-35AEB4AE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0810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783C91"/>
                </a:solidFill>
              </a:defRPr>
            </a:defPPr>
            <a:lvl1pPr algn="l">
              <a:defRPr sz="2100" b="1">
                <a:solidFill>
                  <a:srgbClr val="783C91"/>
                </a:solidFill>
              </a:defRPr>
            </a:lvl1pPr>
            <a:lvl2pPr algn="l">
              <a:defRPr sz="2100" b="1">
                <a:solidFill>
                  <a:srgbClr val="783C91"/>
                </a:solidFill>
              </a:defRPr>
            </a:lvl2pPr>
            <a:lvl3pPr algn="l">
              <a:defRPr sz="2100" b="1">
                <a:solidFill>
                  <a:srgbClr val="783C91"/>
                </a:solidFill>
              </a:defRPr>
            </a:lvl3pPr>
            <a:lvl4pPr algn="l">
              <a:defRPr sz="2100" b="1">
                <a:solidFill>
                  <a:srgbClr val="783C91"/>
                </a:solidFill>
              </a:defRPr>
            </a:lvl4pPr>
            <a:lvl5pPr algn="l">
              <a:defRPr sz="2100" b="1">
                <a:solidFill>
                  <a:srgbClr val="783C91"/>
                </a:solidFill>
              </a:defRPr>
            </a:lvl5pPr>
            <a:lvl6pPr algn="l">
              <a:defRPr sz="2100" b="1">
                <a:solidFill>
                  <a:srgbClr val="783C91"/>
                </a:solidFill>
              </a:defRPr>
            </a:lvl6pPr>
            <a:lvl7pPr algn="l">
              <a:defRPr sz="2100" b="1">
                <a:solidFill>
                  <a:srgbClr val="783C91"/>
                </a:solidFill>
              </a:defRPr>
            </a:lvl7pPr>
            <a:lvl8pPr algn="l">
              <a:defRPr sz="2100" b="1">
                <a:solidFill>
                  <a:srgbClr val="783C91"/>
                </a:solidFill>
              </a:defRPr>
            </a:lvl8pPr>
            <a:lvl9pPr algn="l">
              <a:defRPr sz="2100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83C91"/>
                </a:solidFill>
              </a:defRPr>
            </a:pPr>
            <a:r>
              <a:rPr sz="2100" b="1">
                <a:solidFill>
                  <a:srgbClr val="783C91"/>
                </a:solidFill>
              </a:rPr>
              <a:t>同一外部源 LITH0213 到两个槽位的路径对照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45EEE4-A02D-4340-B510-A770F616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75" b="1">
                <a:solidFill>
                  <a:srgbClr val="25232E"/>
                </a:solidFill>
              </a:defRPr>
            </a:defPPr>
            <a:lvl1pPr algn="l">
              <a:defRPr sz="3375" b="1">
                <a:solidFill>
                  <a:srgbClr val="25232E"/>
                </a:solidFill>
              </a:defRPr>
            </a:lvl1pPr>
            <a:lvl2pPr algn="l">
              <a:defRPr sz="3375" b="1">
                <a:solidFill>
                  <a:srgbClr val="25232E"/>
                </a:solidFill>
              </a:defRPr>
            </a:lvl2pPr>
            <a:lvl3pPr algn="l">
              <a:defRPr sz="3375" b="1">
                <a:solidFill>
                  <a:srgbClr val="25232E"/>
                </a:solidFill>
              </a:defRPr>
            </a:lvl3pPr>
            <a:lvl4pPr algn="l">
              <a:defRPr sz="3375" b="1">
                <a:solidFill>
                  <a:srgbClr val="25232E"/>
                </a:solidFill>
              </a:defRPr>
            </a:lvl4pPr>
            <a:lvl5pPr algn="l">
              <a:defRPr sz="3375" b="1">
                <a:solidFill>
                  <a:srgbClr val="25232E"/>
                </a:solidFill>
              </a:defRPr>
            </a:lvl5pPr>
            <a:lvl6pPr algn="l">
              <a:defRPr sz="3375" b="1">
                <a:solidFill>
                  <a:srgbClr val="25232E"/>
                </a:solidFill>
              </a:defRPr>
            </a:lvl6pPr>
            <a:lvl7pPr algn="l">
              <a:defRPr sz="3375" b="1">
                <a:solidFill>
                  <a:srgbClr val="25232E"/>
                </a:solidFill>
              </a:defRPr>
            </a:lvl7pPr>
            <a:lvl8pPr algn="l">
              <a:defRPr sz="3375" b="1">
                <a:solidFill>
                  <a:srgbClr val="25232E"/>
                </a:solidFill>
              </a:defRPr>
            </a:lvl8pPr>
            <a:lvl9pPr algn="l">
              <a:defRPr sz="3375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3375" b="1">
                <a:solidFill>
                  <a:srgbClr val="25232E"/>
                </a:solidFill>
              </a:defRPr>
            </a:pPr>
            <a:r>
              <a:rPr sz="3375" b="1">
                <a:solidFill>
                  <a:srgbClr val="25232E"/>
                </a:solidFill>
              </a:rPr>
              <a:t>185.042    →    179.535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951086-CC6B-4614-BF34-6BFFAC20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24450"/>
            <a:ext cx="3952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168E93"/>
                </a:solidFill>
              </a:defRPr>
            </a:defPPr>
            <a:lvl1pPr algn="l">
              <a:defRPr sz="1875" b="1">
                <a:solidFill>
                  <a:srgbClr val="168E93"/>
                </a:solidFill>
              </a:defRPr>
            </a:lvl1pPr>
            <a:lvl2pPr algn="l">
              <a:defRPr sz="1875" b="1">
                <a:solidFill>
                  <a:srgbClr val="168E93"/>
                </a:solidFill>
              </a:defRPr>
            </a:lvl2pPr>
            <a:lvl3pPr algn="l">
              <a:defRPr sz="1875" b="1">
                <a:solidFill>
                  <a:srgbClr val="168E93"/>
                </a:solidFill>
              </a:defRPr>
            </a:lvl3pPr>
            <a:lvl4pPr algn="l">
              <a:defRPr sz="1875" b="1">
                <a:solidFill>
                  <a:srgbClr val="168E93"/>
                </a:solidFill>
              </a:defRPr>
            </a:lvl4pPr>
            <a:lvl5pPr algn="l">
              <a:defRPr sz="1875" b="1">
                <a:solidFill>
                  <a:srgbClr val="168E93"/>
                </a:solidFill>
              </a:defRPr>
            </a:lvl5pPr>
            <a:lvl6pPr algn="l">
              <a:defRPr sz="1875" b="1">
                <a:solidFill>
                  <a:srgbClr val="168E93"/>
                </a:solidFill>
              </a:defRPr>
            </a:lvl6pPr>
            <a:lvl7pPr algn="l">
              <a:defRPr sz="1875" b="1">
                <a:solidFill>
                  <a:srgbClr val="168E93"/>
                </a:solidFill>
              </a:defRPr>
            </a:lvl7pPr>
            <a:lvl8pPr algn="l">
              <a:defRPr sz="1875" b="1">
                <a:solidFill>
                  <a:srgbClr val="168E93"/>
                </a:solidFill>
              </a:defRPr>
            </a:lvl8pPr>
            <a:lvl9pPr algn="l">
              <a:defRPr sz="1875" b="1">
                <a:solidFill>
                  <a:srgbClr val="168E93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168E93"/>
                </a:solidFill>
              </a:defRPr>
            </a:pPr>
            <a:r>
              <a:rPr sz="1875" b="1">
                <a:solidFill>
                  <a:srgbClr val="168E93"/>
                </a:solidFill>
              </a:rPr>
              <a:t>减少 5.507 千原始距离单位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5A264-8B7D-41D6-BE11-7122D122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500" b="0">
                <a:solidFill>
                  <a:srgbClr val="716A78"/>
                </a:solidFill>
              </a:defRPr>
            </a:defPPr>
            <a:lvl1pPr algn="l">
              <a:defRPr sz="1500" b="0">
                <a:solidFill>
                  <a:srgbClr val="716A78"/>
                </a:solidFill>
              </a:defRPr>
            </a:lvl1pPr>
            <a:lvl2pPr algn="l">
              <a:defRPr sz="1500" b="0">
                <a:solidFill>
                  <a:srgbClr val="716A78"/>
                </a:solidFill>
              </a:defRPr>
            </a:lvl2pPr>
            <a:lvl3pPr algn="l">
              <a:defRPr sz="1500" b="0">
                <a:solidFill>
                  <a:srgbClr val="716A78"/>
                </a:solidFill>
              </a:defRPr>
            </a:lvl3pPr>
            <a:lvl4pPr algn="l">
              <a:defRPr sz="1500" b="0">
                <a:solidFill>
                  <a:srgbClr val="716A78"/>
                </a:solidFill>
              </a:defRPr>
            </a:lvl4pPr>
            <a:lvl5pPr algn="l">
              <a:defRPr sz="1500" b="0">
                <a:solidFill>
                  <a:srgbClr val="716A78"/>
                </a:solidFill>
              </a:defRPr>
            </a:lvl5pPr>
            <a:lvl6pPr algn="l">
              <a:defRPr sz="1500" b="0">
                <a:solidFill>
                  <a:srgbClr val="716A78"/>
                </a:solidFill>
              </a:defRPr>
            </a:lvl6pPr>
            <a:lvl7pPr algn="l">
              <a:defRPr sz="1500" b="0">
                <a:solidFill>
                  <a:srgbClr val="716A78"/>
                </a:solidFill>
              </a:defRPr>
            </a:lvl7pPr>
            <a:lvl8pPr algn="l">
              <a:defRPr sz="1500" b="0">
                <a:solidFill>
                  <a:srgbClr val="716A78"/>
                </a:solidFill>
              </a:defRPr>
            </a:lvl8pPr>
            <a:lvl9pPr algn="l">
              <a:defRPr sz="1500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716A78"/>
                </a:solidFill>
              </a:defRPr>
            </a:pPr>
            <a:r>
              <a:rPr sz="1500" b="0">
                <a:solidFill>
                  <a:srgbClr val="716A78"/>
                </a:solidFill>
              </a:rPr>
              <a:t>坐标与距离均按原始单位 / 1000 展示。单条路径对照不等于整体改善率。</a:t>
            </a:r>
          </a:p>
        </p:txBody>
      </p:sp>
    </p:spTree>
    <p:extLst>
      <p:ext uri="{BB962C8B-B14F-4D97-AF65-F5344CB8AC3E}">
        <p14:creationId xmlns:p14="http://schemas.microsoft.com/office/powerpoint/2010/main" val="5905343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BE02F-177B-4E82-A1C2-63D4C560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5232E"/>
                </a:solidFill>
              </a:defRPr>
            </a:defPPr>
            <a:lvl1pPr algn="l">
              <a:defRPr sz="3300" b="1">
                <a:solidFill>
                  <a:srgbClr val="25232E"/>
                </a:solidFill>
              </a:defRPr>
            </a:lvl1pPr>
            <a:lvl2pPr algn="l">
              <a:defRPr sz="3300" b="1">
                <a:solidFill>
                  <a:srgbClr val="25232E"/>
                </a:solidFill>
              </a:defRPr>
            </a:lvl2pPr>
            <a:lvl3pPr algn="l">
              <a:defRPr sz="3300" b="1">
                <a:solidFill>
                  <a:srgbClr val="25232E"/>
                </a:solidFill>
              </a:defRPr>
            </a:lvl3pPr>
            <a:lvl4pPr algn="l">
              <a:defRPr sz="3300" b="1">
                <a:solidFill>
                  <a:srgbClr val="25232E"/>
                </a:solidFill>
              </a:defRPr>
            </a:lvl4pPr>
            <a:lvl5pPr algn="l">
              <a:defRPr sz="3300" b="1">
                <a:solidFill>
                  <a:srgbClr val="25232E"/>
                </a:solidFill>
              </a:defRPr>
            </a:lvl5pPr>
            <a:lvl6pPr algn="l">
              <a:defRPr sz="3300" b="1">
                <a:solidFill>
                  <a:srgbClr val="25232E"/>
                </a:solidFill>
              </a:defRPr>
            </a:lvl6pPr>
            <a:lvl7pPr algn="l">
              <a:defRPr sz="3300" b="1">
                <a:solidFill>
                  <a:srgbClr val="25232E"/>
                </a:solidFill>
              </a:defRPr>
            </a:lvl7pPr>
            <a:lvl8pPr algn="l">
              <a:defRPr sz="3300" b="1">
                <a:solidFill>
                  <a:srgbClr val="25232E"/>
                </a:solidFill>
              </a:defRPr>
            </a:lvl8pPr>
            <a:lvl9pPr algn="l">
              <a:defRPr sz="33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5232E"/>
                </a:solidFill>
              </a:defRPr>
            </a:pPr>
            <a:r>
              <a:rPr sz="3300" b="1">
                <a:solidFill>
                  <a:srgbClr val="25232E"/>
                </a:solidFill>
              </a:rPr>
              <a:t>局部求解结果与独立验证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482D9-A927-4C32-815E-313F3D57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16A78"/>
                </a:solidFill>
              </a:defRPr>
            </a:defPPr>
            <a:lvl1pPr algn="l">
              <a:defRPr sz="1275" b="0">
                <a:solidFill>
                  <a:srgbClr val="716A78"/>
                </a:solidFill>
              </a:defRPr>
            </a:lvl1pPr>
            <a:lvl2pPr algn="l">
              <a:defRPr sz="1275" b="0">
                <a:solidFill>
                  <a:srgbClr val="716A78"/>
                </a:solidFill>
              </a:defRPr>
            </a:lvl2pPr>
            <a:lvl3pPr algn="l">
              <a:defRPr sz="1275" b="0">
                <a:solidFill>
                  <a:srgbClr val="716A78"/>
                </a:solidFill>
              </a:defRPr>
            </a:lvl3pPr>
            <a:lvl4pPr algn="l">
              <a:defRPr sz="1275" b="0">
                <a:solidFill>
                  <a:srgbClr val="716A78"/>
                </a:solidFill>
              </a:defRPr>
            </a:lvl4pPr>
            <a:lvl5pPr algn="l">
              <a:defRPr sz="1275" b="0">
                <a:solidFill>
                  <a:srgbClr val="716A78"/>
                </a:solidFill>
              </a:defRPr>
            </a:lvl5pPr>
            <a:lvl6pPr algn="l">
              <a:defRPr sz="1275" b="0">
                <a:solidFill>
                  <a:srgbClr val="716A78"/>
                </a:solidFill>
              </a:defRPr>
            </a:lvl6pPr>
            <a:lvl7pPr algn="l">
              <a:defRPr sz="1275" b="0">
                <a:solidFill>
                  <a:srgbClr val="716A78"/>
                </a:solidFill>
              </a:defRPr>
            </a:lvl7pPr>
            <a:lvl8pPr algn="l">
              <a:defRPr sz="1275" b="0">
                <a:solidFill>
                  <a:srgbClr val="716A78"/>
                </a:solidFill>
              </a:defRPr>
            </a:lvl8pPr>
            <a:lvl9pPr algn="l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A2 组  第六周课程设计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E2A69-1DA7-41BE-B926-360B4E18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0">
                <a:solidFill>
                  <a:srgbClr val="716A78"/>
                </a:solidFill>
              </a:defRPr>
            </a:defPPr>
            <a:lvl1pPr algn="r">
              <a:defRPr sz="1275" b="0">
                <a:solidFill>
                  <a:srgbClr val="716A78"/>
                </a:solidFill>
              </a:defRPr>
            </a:lvl1pPr>
            <a:lvl2pPr algn="r">
              <a:defRPr sz="1275" b="0">
                <a:solidFill>
                  <a:srgbClr val="716A78"/>
                </a:solidFill>
              </a:defRPr>
            </a:lvl2pPr>
            <a:lvl3pPr algn="r">
              <a:defRPr sz="1275" b="0">
                <a:solidFill>
                  <a:srgbClr val="716A78"/>
                </a:solidFill>
              </a:defRPr>
            </a:lvl3pPr>
            <a:lvl4pPr algn="r">
              <a:defRPr sz="1275" b="0">
                <a:solidFill>
                  <a:srgbClr val="716A78"/>
                </a:solidFill>
              </a:defRPr>
            </a:lvl4pPr>
            <a:lvl5pPr algn="r">
              <a:defRPr sz="1275" b="0">
                <a:solidFill>
                  <a:srgbClr val="716A78"/>
                </a:solidFill>
              </a:defRPr>
            </a:lvl5pPr>
            <a:lvl6pPr algn="r">
              <a:defRPr sz="1275" b="0">
                <a:solidFill>
                  <a:srgbClr val="716A78"/>
                </a:solidFill>
              </a:defRPr>
            </a:lvl6pPr>
            <a:lvl7pPr algn="r">
              <a:defRPr sz="1275" b="0">
                <a:solidFill>
                  <a:srgbClr val="716A78"/>
                </a:solidFill>
              </a:defRPr>
            </a:lvl7pPr>
            <a:lvl8pPr algn="r">
              <a:defRPr sz="1275" b="0">
                <a:solidFill>
                  <a:srgbClr val="716A78"/>
                </a:solidFill>
              </a:defRPr>
            </a:lvl8pPr>
            <a:lvl9pPr algn="r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7 / 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3D8E7-ED37-45A6-9860-2339E97D5FD0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6858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714750"/>
              </a:tblGrid>
              <a:tr h="6032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3C91"/>
                          </a:solidFill>
                        </a:rPr>
                        <a:t>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T w="9525">
                      <a:solidFill>
                        <a:srgbClr val="E5DFE9"/>
                      </a:solidFill>
                      <a:prstDash val="solid"/>
                    </a:lnT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3ED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783C91"/>
                          </a:solidFill>
                        </a:rP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T w="9525">
                      <a:solidFill>
                        <a:srgbClr val="E5DFE9"/>
                      </a:solidFill>
                      <a:prstDash val="solid"/>
                    </a:lnT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3EDF7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参考局部加权距离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304,663,194.167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优化后局部加权距离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302,889,755.960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总变量 / 二元变量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8,296 / 173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约束数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5,660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25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最优性 gap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5DFE9"/>
                      </a:solidFill>
                      <a:prstDash val="solid"/>
                    </a:lnL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5232E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5DFE9"/>
                      </a:solidFill>
                      <a:prstDash val="solid"/>
                    </a:lnR>
                    <a:lnB w="9525">
                      <a:solidFill>
                        <a:srgbClr val="E5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237CD-A746-40C2-9219-700DCEC1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19250"/>
            <a:ext cx="3476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5250" b="1">
                <a:solidFill>
                  <a:srgbClr val="168E93"/>
                </a:solidFill>
              </a:defRPr>
            </a:defPPr>
            <a:lvl1pPr algn="l">
              <a:defRPr sz="5250" b="1">
                <a:solidFill>
                  <a:srgbClr val="168E93"/>
                </a:solidFill>
              </a:defRPr>
            </a:lvl1pPr>
            <a:lvl2pPr algn="l">
              <a:defRPr sz="5250" b="1">
                <a:solidFill>
                  <a:srgbClr val="168E93"/>
                </a:solidFill>
              </a:defRPr>
            </a:lvl2pPr>
            <a:lvl3pPr algn="l">
              <a:defRPr sz="5250" b="1">
                <a:solidFill>
                  <a:srgbClr val="168E93"/>
                </a:solidFill>
              </a:defRPr>
            </a:lvl3pPr>
            <a:lvl4pPr algn="l">
              <a:defRPr sz="5250" b="1">
                <a:solidFill>
                  <a:srgbClr val="168E93"/>
                </a:solidFill>
              </a:defRPr>
            </a:lvl4pPr>
            <a:lvl5pPr algn="l">
              <a:defRPr sz="5250" b="1">
                <a:solidFill>
                  <a:srgbClr val="168E93"/>
                </a:solidFill>
              </a:defRPr>
            </a:lvl5pPr>
            <a:lvl6pPr algn="l">
              <a:defRPr sz="5250" b="1">
                <a:solidFill>
                  <a:srgbClr val="168E93"/>
                </a:solidFill>
              </a:defRPr>
            </a:lvl6pPr>
            <a:lvl7pPr algn="l">
              <a:defRPr sz="5250" b="1">
                <a:solidFill>
                  <a:srgbClr val="168E93"/>
                </a:solidFill>
              </a:defRPr>
            </a:lvl7pPr>
            <a:lvl8pPr algn="l">
              <a:defRPr sz="5250" b="1">
                <a:solidFill>
                  <a:srgbClr val="168E93"/>
                </a:solidFill>
              </a:defRPr>
            </a:lvl8pPr>
            <a:lvl9pPr algn="l">
              <a:defRPr sz="5250" b="1">
                <a:solidFill>
                  <a:srgbClr val="168E93"/>
                </a:solidFill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168E93"/>
                </a:solidFill>
              </a:defRPr>
            </a:pPr>
            <a:r>
              <a:rPr sz="5250" b="1">
                <a:solidFill>
                  <a:srgbClr val="168E93"/>
                </a:solidFill>
              </a:rPr>
              <a:t>0.582%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3D84A-B321-4947-81F6-43AB16ED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14625"/>
            <a:ext cx="3571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1">
                <a:solidFill>
                  <a:srgbClr val="25232E"/>
                </a:solidFill>
              </a:defRPr>
            </a:defPPr>
            <a:lvl1pPr algn="l">
              <a:defRPr sz="2025" b="1">
                <a:solidFill>
                  <a:srgbClr val="25232E"/>
                </a:solidFill>
              </a:defRPr>
            </a:lvl1pPr>
            <a:lvl2pPr algn="l">
              <a:defRPr sz="2025" b="1">
                <a:solidFill>
                  <a:srgbClr val="25232E"/>
                </a:solidFill>
              </a:defRPr>
            </a:lvl2pPr>
            <a:lvl3pPr algn="l">
              <a:defRPr sz="2025" b="1">
                <a:solidFill>
                  <a:srgbClr val="25232E"/>
                </a:solidFill>
              </a:defRPr>
            </a:lvl3pPr>
            <a:lvl4pPr algn="l">
              <a:defRPr sz="2025" b="1">
                <a:solidFill>
                  <a:srgbClr val="25232E"/>
                </a:solidFill>
              </a:defRPr>
            </a:lvl4pPr>
            <a:lvl5pPr algn="l">
              <a:defRPr sz="2025" b="1">
                <a:solidFill>
                  <a:srgbClr val="25232E"/>
                </a:solidFill>
              </a:defRPr>
            </a:lvl5pPr>
            <a:lvl6pPr algn="l">
              <a:defRPr sz="2025" b="1">
                <a:solidFill>
                  <a:srgbClr val="25232E"/>
                </a:solidFill>
              </a:defRPr>
            </a:lvl6pPr>
            <a:lvl7pPr algn="l">
              <a:defRPr sz="2025" b="1">
                <a:solidFill>
                  <a:srgbClr val="25232E"/>
                </a:solidFill>
              </a:defRPr>
            </a:lvl7pPr>
            <a:lvl8pPr algn="l">
              <a:defRPr sz="2025" b="1">
                <a:solidFill>
                  <a:srgbClr val="25232E"/>
                </a:solidFill>
              </a:defRPr>
            </a:lvl8pPr>
            <a:lvl9pPr algn="l">
              <a:defRPr sz="2025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5232E"/>
                </a:solidFill>
              </a:defRPr>
            </a:pPr>
            <a:r>
              <a:rPr sz="2025" b="1">
                <a:solidFill>
                  <a:srgbClr val="25232E"/>
                </a:solidFill>
              </a:rPr>
              <a:t>局部相关加权距离降低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2EA25-FB3B-4E8B-ACD0-C5F7D2D9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57600"/>
            <a:ext cx="3571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783C91"/>
                </a:solidFill>
              </a:defRPr>
            </a:defPPr>
            <a:lvl1pPr algn="l">
              <a:defRPr sz="2100" b="1">
                <a:solidFill>
                  <a:srgbClr val="783C91"/>
                </a:solidFill>
              </a:defRPr>
            </a:lvl1pPr>
            <a:lvl2pPr algn="l">
              <a:defRPr sz="2100" b="1">
                <a:solidFill>
                  <a:srgbClr val="783C91"/>
                </a:solidFill>
              </a:defRPr>
            </a:lvl2pPr>
            <a:lvl3pPr algn="l">
              <a:defRPr sz="2100" b="1">
                <a:solidFill>
                  <a:srgbClr val="783C91"/>
                </a:solidFill>
              </a:defRPr>
            </a:lvl3pPr>
            <a:lvl4pPr algn="l">
              <a:defRPr sz="2100" b="1">
                <a:solidFill>
                  <a:srgbClr val="783C91"/>
                </a:solidFill>
              </a:defRPr>
            </a:lvl4pPr>
            <a:lvl5pPr algn="l">
              <a:defRPr sz="2100" b="1">
                <a:solidFill>
                  <a:srgbClr val="783C91"/>
                </a:solidFill>
              </a:defRPr>
            </a:lvl5pPr>
            <a:lvl6pPr algn="l">
              <a:defRPr sz="2100" b="1">
                <a:solidFill>
                  <a:srgbClr val="783C91"/>
                </a:solidFill>
              </a:defRPr>
            </a:lvl6pPr>
            <a:lvl7pPr algn="l">
              <a:defRPr sz="2100" b="1">
                <a:solidFill>
                  <a:srgbClr val="783C91"/>
                </a:solidFill>
              </a:defRPr>
            </a:lvl7pPr>
            <a:lvl8pPr algn="l">
              <a:defRPr sz="2100" b="1">
                <a:solidFill>
                  <a:srgbClr val="783C91"/>
                </a:solidFill>
              </a:defRPr>
            </a:lvl8pPr>
            <a:lvl9pPr algn="l">
              <a:defRPr sz="2100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783C91"/>
                </a:solidFill>
              </a:defRPr>
            </a:pPr>
            <a:r>
              <a:rPr sz="2100" b="1">
                <a:solidFill>
                  <a:srgbClr val="783C91"/>
                </a:solidFill>
              </a:rPr>
              <a:t>独立检查全部通过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2AB63-8CC7-443B-8F62-0F05A681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00525"/>
            <a:ext cx="3571875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5232E"/>
                </a:solidFill>
              </a:defRPr>
            </a:defPPr>
            <a:lvl1pPr algn="l">
              <a:defRPr sz="1800" b="0">
                <a:solidFill>
                  <a:srgbClr val="25232E"/>
                </a:solidFill>
              </a:defRPr>
            </a:lvl1pPr>
            <a:lvl2pPr algn="l">
              <a:defRPr sz="1800" b="0">
                <a:solidFill>
                  <a:srgbClr val="25232E"/>
                </a:solidFill>
              </a:defRPr>
            </a:lvl2pPr>
            <a:lvl3pPr algn="l">
              <a:defRPr sz="1800" b="0">
                <a:solidFill>
                  <a:srgbClr val="25232E"/>
                </a:solidFill>
              </a:defRPr>
            </a:lvl3pPr>
            <a:lvl4pPr algn="l">
              <a:defRPr sz="1800" b="0">
                <a:solidFill>
                  <a:srgbClr val="25232E"/>
                </a:solidFill>
              </a:defRPr>
            </a:lvl4pPr>
            <a:lvl5pPr algn="l">
              <a:defRPr sz="1800" b="0">
                <a:solidFill>
                  <a:srgbClr val="25232E"/>
                </a:solidFill>
              </a:defRPr>
            </a:lvl5pPr>
            <a:lvl6pPr algn="l">
              <a:defRPr sz="1800" b="0">
                <a:solidFill>
                  <a:srgbClr val="25232E"/>
                </a:solidFill>
              </a:defRPr>
            </a:lvl6pPr>
            <a:lvl7pPr algn="l">
              <a:defRPr sz="1800" b="0">
                <a:solidFill>
                  <a:srgbClr val="25232E"/>
                </a:solidFill>
              </a:defRPr>
            </a:lvl7pPr>
            <a:lvl8pPr algn="l">
              <a:defRPr sz="1800" b="0">
                <a:solidFill>
                  <a:srgbClr val="25232E"/>
                </a:solidFill>
              </a:defRPr>
            </a:lvl8pPr>
            <a:lvl9pPr algn="l">
              <a:defRPr sz="180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5232E"/>
                </a:solidFill>
              </a:defRPr>
            </a:pPr>
            <a:r>
              <a:rPr sz="1800" b="0">
                <a:solidFill>
                  <a:srgbClr val="25232E"/>
                </a:solidFill>
              </a:rPr>
              <a:t>设备数量与工艺兼容</a:t>
            </a:r>
          </a:p>
          <a:p xmlns:a="http://schemas.openxmlformats.org/drawingml/2006/main">
            <a:pPr algn="l">
              <a:defRPr sz="1800" b="0">
                <a:solidFill>
                  <a:srgbClr val="25232E"/>
                </a:solidFill>
              </a:defRPr>
            </a:pPr>
            <a:r>
              <a:rPr sz="1800" b="0">
                <a:solidFill>
                  <a:srgbClr val="25232E"/>
                </a:solidFill>
              </a:rPr>
              <a:t>需求与逐槽位流守恒</a:t>
            </a:r>
          </a:p>
          <a:p xmlns:a="http://schemas.openxmlformats.org/drawingml/2006/main">
            <a:pPr algn="l">
              <a:defRPr sz="1800" b="0">
                <a:solidFill>
                  <a:srgbClr val="25232E"/>
                </a:solidFill>
              </a:defRPr>
            </a:pPr>
            <a:r>
              <a:rPr sz="1800" b="0">
                <a:solidFill>
                  <a:srgbClr val="25232E"/>
                </a:solidFill>
              </a:rPr>
              <a:t>外部供需与设备产能</a:t>
            </a:r>
          </a:p>
          <a:p xmlns:a="http://schemas.openxmlformats.org/drawingml/2006/main">
            <a:pPr algn="l">
              <a:defRPr sz="1800" b="0">
                <a:solidFill>
                  <a:srgbClr val="25232E"/>
                </a:solidFill>
              </a:defRPr>
            </a:pPr>
            <a:r>
              <a:rPr sz="1800" b="0">
                <a:solidFill>
                  <a:srgbClr val="25232E"/>
                </a:solidFill>
              </a:rPr>
              <a:t>固定新布局后的 LP 重评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E1373-D101-4ACA-AE5E-75AED56E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0">
                <a:solidFill>
                  <a:srgbClr val="716A78"/>
                </a:solidFill>
              </a:defRPr>
            </a:defPPr>
            <a:lvl1pPr algn="l">
              <a:defRPr sz="1650" b="0">
                <a:solidFill>
                  <a:srgbClr val="716A78"/>
                </a:solidFill>
              </a:defRPr>
            </a:lvl1pPr>
            <a:lvl2pPr algn="l">
              <a:defRPr sz="1650" b="0">
                <a:solidFill>
                  <a:srgbClr val="716A78"/>
                </a:solidFill>
              </a:defRPr>
            </a:lvl2pPr>
            <a:lvl3pPr algn="l">
              <a:defRPr sz="1650" b="0">
                <a:solidFill>
                  <a:srgbClr val="716A78"/>
                </a:solidFill>
              </a:defRPr>
            </a:lvl3pPr>
            <a:lvl4pPr algn="l">
              <a:defRPr sz="1650" b="0">
                <a:solidFill>
                  <a:srgbClr val="716A78"/>
                </a:solidFill>
              </a:defRPr>
            </a:lvl4pPr>
            <a:lvl5pPr algn="l">
              <a:defRPr sz="1650" b="0">
                <a:solidFill>
                  <a:srgbClr val="716A78"/>
                </a:solidFill>
              </a:defRPr>
            </a:lvl5pPr>
            <a:lvl6pPr algn="l">
              <a:defRPr sz="1650" b="0">
                <a:solidFill>
                  <a:srgbClr val="716A78"/>
                </a:solidFill>
              </a:defRPr>
            </a:lvl6pPr>
            <a:lvl7pPr algn="l">
              <a:defRPr sz="1650" b="0">
                <a:solidFill>
                  <a:srgbClr val="716A78"/>
                </a:solidFill>
              </a:defRPr>
            </a:lvl7pPr>
            <a:lvl8pPr algn="l">
              <a:defRPr sz="1650" b="0">
                <a:solidFill>
                  <a:srgbClr val="716A78"/>
                </a:solidFill>
              </a:defRPr>
            </a:lvl8pPr>
            <a:lvl9pPr algn="l">
              <a:defRPr sz="1650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16A78"/>
                </a:solidFill>
              </a:defRPr>
            </a:pPr>
            <a:r>
              <a:rPr sz="1650" b="0">
                <a:solidFill>
                  <a:srgbClr val="716A78"/>
                </a:solidFill>
              </a:rPr>
              <a:t>距离单位：原始距离单位·lot。改善率仅针对 A2、A3 的相关运输。</a:t>
            </a:r>
          </a:p>
        </p:txBody>
      </p:sp>
    </p:spTree>
    <p:extLst>
      <p:ext uri="{BB962C8B-B14F-4D97-AF65-F5344CB8AC3E}">
        <p14:creationId xmlns:p14="http://schemas.microsoft.com/office/powerpoint/2010/main" val="1266227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D2BB1-3A7D-4893-8B59-2FC480DA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4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300" b="1">
                <a:solidFill>
                  <a:srgbClr val="25232E"/>
                </a:solidFill>
              </a:defRPr>
            </a:defPPr>
            <a:lvl1pPr algn="l">
              <a:defRPr sz="3300" b="1">
                <a:solidFill>
                  <a:srgbClr val="25232E"/>
                </a:solidFill>
              </a:defRPr>
            </a:lvl1pPr>
            <a:lvl2pPr algn="l">
              <a:defRPr sz="3300" b="1">
                <a:solidFill>
                  <a:srgbClr val="25232E"/>
                </a:solidFill>
              </a:defRPr>
            </a:lvl2pPr>
            <a:lvl3pPr algn="l">
              <a:defRPr sz="3300" b="1">
                <a:solidFill>
                  <a:srgbClr val="25232E"/>
                </a:solidFill>
              </a:defRPr>
            </a:lvl3pPr>
            <a:lvl4pPr algn="l">
              <a:defRPr sz="3300" b="1">
                <a:solidFill>
                  <a:srgbClr val="25232E"/>
                </a:solidFill>
              </a:defRPr>
            </a:lvl4pPr>
            <a:lvl5pPr algn="l">
              <a:defRPr sz="3300" b="1">
                <a:solidFill>
                  <a:srgbClr val="25232E"/>
                </a:solidFill>
              </a:defRPr>
            </a:lvl5pPr>
            <a:lvl6pPr algn="l">
              <a:defRPr sz="3300" b="1">
                <a:solidFill>
                  <a:srgbClr val="25232E"/>
                </a:solidFill>
              </a:defRPr>
            </a:lvl6pPr>
            <a:lvl7pPr algn="l">
              <a:defRPr sz="3300" b="1">
                <a:solidFill>
                  <a:srgbClr val="25232E"/>
                </a:solidFill>
              </a:defRPr>
            </a:lvl7pPr>
            <a:lvl8pPr algn="l">
              <a:defRPr sz="3300" b="1">
                <a:solidFill>
                  <a:srgbClr val="25232E"/>
                </a:solidFill>
              </a:defRPr>
            </a:lvl8pPr>
            <a:lvl9pPr algn="l">
              <a:defRPr sz="3300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25232E"/>
                </a:solidFill>
              </a:defRPr>
            </a:pPr>
            <a:r>
              <a:rPr sz="3300" b="1">
                <a:solidFill>
                  <a:srgbClr val="25232E"/>
                </a:solidFill>
              </a:rPr>
              <a:t>当前边界与下一步工作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D92DB-3CD9-4FE2-8EE0-F6617110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275" b="0">
                <a:solidFill>
                  <a:srgbClr val="716A78"/>
                </a:solidFill>
              </a:defRPr>
            </a:defPPr>
            <a:lvl1pPr algn="l">
              <a:defRPr sz="1275" b="0">
                <a:solidFill>
                  <a:srgbClr val="716A78"/>
                </a:solidFill>
              </a:defRPr>
            </a:lvl1pPr>
            <a:lvl2pPr algn="l">
              <a:defRPr sz="1275" b="0">
                <a:solidFill>
                  <a:srgbClr val="716A78"/>
                </a:solidFill>
              </a:defRPr>
            </a:lvl2pPr>
            <a:lvl3pPr algn="l">
              <a:defRPr sz="1275" b="0">
                <a:solidFill>
                  <a:srgbClr val="716A78"/>
                </a:solidFill>
              </a:defRPr>
            </a:lvl3pPr>
            <a:lvl4pPr algn="l">
              <a:defRPr sz="1275" b="0">
                <a:solidFill>
                  <a:srgbClr val="716A78"/>
                </a:solidFill>
              </a:defRPr>
            </a:lvl4pPr>
            <a:lvl5pPr algn="l">
              <a:defRPr sz="1275" b="0">
                <a:solidFill>
                  <a:srgbClr val="716A78"/>
                </a:solidFill>
              </a:defRPr>
            </a:lvl5pPr>
            <a:lvl6pPr algn="l">
              <a:defRPr sz="1275" b="0">
                <a:solidFill>
                  <a:srgbClr val="716A78"/>
                </a:solidFill>
              </a:defRPr>
            </a:lvl6pPr>
            <a:lvl7pPr algn="l">
              <a:defRPr sz="1275" b="0">
                <a:solidFill>
                  <a:srgbClr val="716A78"/>
                </a:solidFill>
              </a:defRPr>
            </a:lvl7pPr>
            <a:lvl8pPr algn="l">
              <a:defRPr sz="1275" b="0">
                <a:solidFill>
                  <a:srgbClr val="716A78"/>
                </a:solidFill>
              </a:defRPr>
            </a:lvl8pPr>
            <a:lvl9pPr algn="l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A2 组  第六周课程设计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16D230-44BB-4522-8A33-9C4C4901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275" b="0">
                <a:solidFill>
                  <a:srgbClr val="716A78"/>
                </a:solidFill>
              </a:defRPr>
            </a:defPPr>
            <a:lvl1pPr algn="r">
              <a:defRPr sz="1275" b="0">
                <a:solidFill>
                  <a:srgbClr val="716A78"/>
                </a:solidFill>
              </a:defRPr>
            </a:lvl1pPr>
            <a:lvl2pPr algn="r">
              <a:defRPr sz="1275" b="0">
                <a:solidFill>
                  <a:srgbClr val="716A78"/>
                </a:solidFill>
              </a:defRPr>
            </a:lvl2pPr>
            <a:lvl3pPr algn="r">
              <a:defRPr sz="1275" b="0">
                <a:solidFill>
                  <a:srgbClr val="716A78"/>
                </a:solidFill>
              </a:defRPr>
            </a:lvl3pPr>
            <a:lvl4pPr algn="r">
              <a:defRPr sz="1275" b="0">
                <a:solidFill>
                  <a:srgbClr val="716A78"/>
                </a:solidFill>
              </a:defRPr>
            </a:lvl4pPr>
            <a:lvl5pPr algn="r">
              <a:defRPr sz="1275" b="0">
                <a:solidFill>
                  <a:srgbClr val="716A78"/>
                </a:solidFill>
              </a:defRPr>
            </a:lvl5pPr>
            <a:lvl6pPr algn="r">
              <a:defRPr sz="1275" b="0">
                <a:solidFill>
                  <a:srgbClr val="716A78"/>
                </a:solidFill>
              </a:defRPr>
            </a:lvl6pPr>
            <a:lvl7pPr algn="r">
              <a:defRPr sz="1275" b="0">
                <a:solidFill>
                  <a:srgbClr val="716A78"/>
                </a:solidFill>
              </a:defRPr>
            </a:lvl7pPr>
            <a:lvl8pPr algn="r">
              <a:defRPr sz="1275" b="0">
                <a:solidFill>
                  <a:srgbClr val="716A78"/>
                </a:solidFill>
              </a:defRPr>
            </a:lvl8pPr>
            <a:lvl9pPr algn="r">
              <a:defRPr sz="1275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716A78"/>
                </a:solidFill>
              </a:defRPr>
            </a:pPr>
            <a:r>
              <a:rPr sz="1275" b="0">
                <a:solidFill>
                  <a:srgbClr val="716A78"/>
                </a:solidFill>
              </a:rPr>
              <a:t>8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1ED4F-57E0-4E96-9280-5BEF9555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783C91"/>
                </a:solidFill>
              </a:defRPr>
            </a:defPPr>
            <a:lvl1pPr algn="l">
              <a:defRPr sz="2400" b="1">
                <a:solidFill>
                  <a:srgbClr val="783C91"/>
                </a:solidFill>
              </a:defRPr>
            </a:lvl1pPr>
            <a:lvl2pPr algn="l">
              <a:defRPr sz="2400" b="1">
                <a:solidFill>
                  <a:srgbClr val="783C91"/>
                </a:solidFill>
              </a:defRPr>
            </a:lvl2pPr>
            <a:lvl3pPr algn="l">
              <a:defRPr sz="2400" b="1">
                <a:solidFill>
                  <a:srgbClr val="783C91"/>
                </a:solidFill>
              </a:defRPr>
            </a:lvl3pPr>
            <a:lvl4pPr algn="l">
              <a:defRPr sz="2400" b="1">
                <a:solidFill>
                  <a:srgbClr val="783C91"/>
                </a:solidFill>
              </a:defRPr>
            </a:lvl4pPr>
            <a:lvl5pPr algn="l">
              <a:defRPr sz="2400" b="1">
                <a:solidFill>
                  <a:srgbClr val="783C91"/>
                </a:solidFill>
              </a:defRPr>
            </a:lvl5pPr>
            <a:lvl6pPr algn="l">
              <a:defRPr sz="2400" b="1">
                <a:solidFill>
                  <a:srgbClr val="783C91"/>
                </a:solidFill>
              </a:defRPr>
            </a:lvl6pPr>
            <a:lvl7pPr algn="l">
              <a:defRPr sz="2400" b="1">
                <a:solidFill>
                  <a:srgbClr val="783C91"/>
                </a:solidFill>
              </a:defRPr>
            </a:lvl7pPr>
            <a:lvl8pPr algn="l">
              <a:defRPr sz="2400" b="1">
                <a:solidFill>
                  <a:srgbClr val="783C91"/>
                </a:solidFill>
              </a:defRPr>
            </a:lvl8pPr>
            <a:lvl9pPr algn="l">
              <a:defRPr sz="2400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783C91"/>
                </a:solidFill>
              </a:defRPr>
            </a:pPr>
            <a:r>
              <a:rPr sz="2400" b="1">
                <a:solidFill>
                  <a:srgbClr val="783C91"/>
                </a:solidFill>
              </a:rPr>
              <a:t>本次已经验证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A1E8CD-FB88-4796-B8FA-05E4E041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51435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25232E"/>
                </a:solidFill>
              </a:defRPr>
            </a:defPPr>
            <a:lvl1pPr algn="l">
              <a:defRPr sz="2100" b="0">
                <a:solidFill>
                  <a:srgbClr val="25232E"/>
                </a:solidFill>
              </a:defRPr>
            </a:lvl1pPr>
            <a:lvl2pPr algn="l">
              <a:defRPr sz="2100" b="0">
                <a:solidFill>
                  <a:srgbClr val="25232E"/>
                </a:solidFill>
              </a:defRPr>
            </a:lvl2pPr>
            <a:lvl3pPr algn="l">
              <a:defRPr sz="2100" b="0">
                <a:solidFill>
                  <a:srgbClr val="25232E"/>
                </a:solidFill>
              </a:defRPr>
            </a:lvl3pPr>
            <a:lvl4pPr algn="l">
              <a:defRPr sz="2100" b="0">
                <a:solidFill>
                  <a:srgbClr val="25232E"/>
                </a:solidFill>
              </a:defRPr>
            </a:lvl4pPr>
            <a:lvl5pPr algn="l">
              <a:defRPr sz="2100" b="0">
                <a:solidFill>
                  <a:srgbClr val="25232E"/>
                </a:solidFill>
              </a:defRPr>
            </a:lvl5pPr>
            <a:lvl6pPr algn="l">
              <a:defRPr sz="2100" b="0">
                <a:solidFill>
                  <a:srgbClr val="25232E"/>
                </a:solidFill>
              </a:defRPr>
            </a:lvl6pPr>
            <a:lvl7pPr algn="l">
              <a:defRPr sz="2100" b="0">
                <a:solidFill>
                  <a:srgbClr val="25232E"/>
                </a:solidFill>
              </a:defRPr>
            </a:lvl7pPr>
            <a:lvl8pPr algn="l">
              <a:defRPr sz="2100" b="0">
                <a:solidFill>
                  <a:srgbClr val="25232E"/>
                </a:solidFill>
              </a:defRPr>
            </a:lvl8pPr>
            <a:lvl9pPr algn="l">
              <a:defRPr sz="210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232E"/>
                </a:solidFill>
              </a:defRPr>
            </a:pPr>
            <a:r>
              <a:rPr sz="2100" b="0">
                <a:solidFill>
                  <a:srgbClr val="25232E"/>
                </a:solidFill>
              </a:rPr>
              <a:t>现有槽位中的设备整数配置</a:t>
            </a:r>
          </a:p>
          <a:p xmlns:a="http://schemas.openxmlformats.org/drawingml/2006/main">
            <a:pPr algn="l">
              <a:defRPr sz="2100" b="0">
                <a:solidFill>
                  <a:srgbClr val="25232E"/>
                </a:solidFill>
              </a:defRPr>
            </a:pPr>
            <a:r>
              <a:rPr sz="2100" b="0">
                <a:solidFill>
                  <a:srgbClr val="25232E"/>
                </a:solidFill>
              </a:rPr>
              <a:t>配置、加工量与边界物流联合求解</a:t>
            </a:r>
          </a:p>
          <a:p xmlns:a="http://schemas.openxmlformats.org/drawingml/2006/main">
            <a:pPr algn="l">
              <a:defRPr sz="2100" b="0">
                <a:solidFill>
                  <a:srgbClr val="25232E"/>
                </a:solidFill>
              </a:defRPr>
            </a:pPr>
            <a:r>
              <a:rPr sz="2100" b="0">
                <a:solidFill>
                  <a:srgbClr val="25232E"/>
                </a:solidFill>
              </a:rPr>
              <a:t>具体位置输出与独立验收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CFA3C-209C-4BE1-BF17-03B8AC7D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1">
                <a:solidFill>
                  <a:srgbClr val="783C91"/>
                </a:solidFill>
              </a:defRPr>
            </a:defPPr>
            <a:lvl1pPr algn="l">
              <a:defRPr sz="2400" b="1">
                <a:solidFill>
                  <a:srgbClr val="783C91"/>
                </a:solidFill>
              </a:defRPr>
            </a:lvl1pPr>
            <a:lvl2pPr algn="l">
              <a:defRPr sz="2400" b="1">
                <a:solidFill>
                  <a:srgbClr val="783C91"/>
                </a:solidFill>
              </a:defRPr>
            </a:lvl2pPr>
            <a:lvl3pPr algn="l">
              <a:defRPr sz="2400" b="1">
                <a:solidFill>
                  <a:srgbClr val="783C91"/>
                </a:solidFill>
              </a:defRPr>
            </a:lvl3pPr>
            <a:lvl4pPr algn="l">
              <a:defRPr sz="2400" b="1">
                <a:solidFill>
                  <a:srgbClr val="783C91"/>
                </a:solidFill>
              </a:defRPr>
            </a:lvl4pPr>
            <a:lvl5pPr algn="l">
              <a:defRPr sz="2400" b="1">
                <a:solidFill>
                  <a:srgbClr val="783C91"/>
                </a:solidFill>
              </a:defRPr>
            </a:lvl5pPr>
            <a:lvl6pPr algn="l">
              <a:defRPr sz="2400" b="1">
                <a:solidFill>
                  <a:srgbClr val="783C91"/>
                </a:solidFill>
              </a:defRPr>
            </a:lvl6pPr>
            <a:lvl7pPr algn="l">
              <a:defRPr sz="2400" b="1">
                <a:solidFill>
                  <a:srgbClr val="783C91"/>
                </a:solidFill>
              </a:defRPr>
            </a:lvl7pPr>
            <a:lvl8pPr algn="l">
              <a:defRPr sz="2400" b="1">
                <a:solidFill>
                  <a:srgbClr val="783C91"/>
                </a:solidFill>
              </a:defRPr>
            </a:lvl8pPr>
            <a:lvl9pPr algn="l">
              <a:defRPr sz="2400" b="1">
                <a:solidFill>
                  <a:srgbClr val="783C91"/>
                </a:solidFill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783C91"/>
                </a:solidFill>
              </a:defRPr>
            </a:pPr>
            <a:r>
              <a:rPr sz="2400" b="1">
                <a:solidFill>
                  <a:srgbClr val="783C91"/>
                </a:solidFill>
              </a:rPr>
              <a:t>下一步保持小规模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E0BF03-4649-4241-B174-BBFD832D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33625"/>
            <a:ext cx="4905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25232E"/>
                </a:solidFill>
              </a:defRPr>
            </a:defPPr>
            <a:lvl1pPr algn="l">
              <a:defRPr sz="2100" b="0">
                <a:solidFill>
                  <a:srgbClr val="25232E"/>
                </a:solidFill>
              </a:defRPr>
            </a:lvl1pPr>
            <a:lvl2pPr algn="l">
              <a:defRPr sz="2100" b="0">
                <a:solidFill>
                  <a:srgbClr val="25232E"/>
                </a:solidFill>
              </a:defRPr>
            </a:lvl2pPr>
            <a:lvl3pPr algn="l">
              <a:defRPr sz="2100" b="0">
                <a:solidFill>
                  <a:srgbClr val="25232E"/>
                </a:solidFill>
              </a:defRPr>
            </a:lvl3pPr>
            <a:lvl4pPr algn="l">
              <a:defRPr sz="2100" b="0">
                <a:solidFill>
                  <a:srgbClr val="25232E"/>
                </a:solidFill>
              </a:defRPr>
            </a:lvl4pPr>
            <a:lvl5pPr algn="l">
              <a:defRPr sz="2100" b="0">
                <a:solidFill>
                  <a:srgbClr val="25232E"/>
                </a:solidFill>
              </a:defRPr>
            </a:lvl5pPr>
            <a:lvl6pPr algn="l">
              <a:defRPr sz="2100" b="0">
                <a:solidFill>
                  <a:srgbClr val="25232E"/>
                </a:solidFill>
              </a:defRPr>
            </a:lvl6pPr>
            <a:lvl7pPr algn="l">
              <a:defRPr sz="2100" b="0">
                <a:solidFill>
                  <a:srgbClr val="25232E"/>
                </a:solidFill>
              </a:defRPr>
            </a:lvl7pPr>
            <a:lvl8pPr algn="l">
              <a:defRPr sz="2100" b="0">
                <a:solidFill>
                  <a:srgbClr val="25232E"/>
                </a:solidFill>
              </a:defRPr>
            </a:lvl8pPr>
            <a:lvl9pPr algn="l">
              <a:defRPr sz="2100" b="0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5232E"/>
                </a:solidFill>
              </a:defRPr>
            </a:pPr>
            <a:r>
              <a:rPr sz="2100" b="0">
                <a:solidFill>
                  <a:srgbClr val="25232E"/>
                </a:solidFill>
              </a:rPr>
              <a:t>选择有内部工序转移的 2–3 个 Bay</a:t>
            </a:r>
          </a:p>
          <a:p xmlns:a="http://schemas.openxmlformats.org/drawingml/2006/main">
            <a:pPr algn="l">
              <a:defRPr sz="2100" b="0">
                <a:solidFill>
                  <a:srgbClr val="25232E"/>
                </a:solidFill>
              </a:defRPr>
            </a:pPr>
            <a:r>
              <a:rPr sz="2100" b="0">
                <a:solidFill>
                  <a:srgbClr val="25232E"/>
                </a:solidFill>
              </a:rPr>
              <a:t>控制产品数与活跃工序数</a:t>
            </a:r>
          </a:p>
          <a:p xmlns:a="http://schemas.openxmlformats.org/drawingml/2006/main">
            <a:pPr algn="l">
              <a:defRPr sz="2100" b="0">
                <a:solidFill>
                  <a:srgbClr val="25232E"/>
                </a:solidFill>
              </a:defRPr>
            </a:pPr>
            <a:r>
              <a:rPr sz="2100" b="0">
                <a:solidFill>
                  <a:srgbClr val="25232E"/>
                </a:solidFill>
              </a:rPr>
              <a:t>统一边界后做负荷敏感性实验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06029-0194-480D-B3FC-031A8213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81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25232E"/>
                </a:solidFill>
              </a:defRPr>
            </a:defPPr>
            <a:lvl1pPr algn="l">
              <a:defRPr sz="2175" b="1">
                <a:solidFill>
                  <a:srgbClr val="25232E"/>
                </a:solidFill>
              </a:defRPr>
            </a:lvl1pPr>
            <a:lvl2pPr algn="l">
              <a:defRPr sz="2175" b="1">
                <a:solidFill>
                  <a:srgbClr val="25232E"/>
                </a:solidFill>
              </a:defRPr>
            </a:lvl2pPr>
            <a:lvl3pPr algn="l">
              <a:defRPr sz="2175" b="1">
                <a:solidFill>
                  <a:srgbClr val="25232E"/>
                </a:solidFill>
              </a:defRPr>
            </a:lvl3pPr>
            <a:lvl4pPr algn="l">
              <a:defRPr sz="2175" b="1">
                <a:solidFill>
                  <a:srgbClr val="25232E"/>
                </a:solidFill>
              </a:defRPr>
            </a:lvl4pPr>
            <a:lvl5pPr algn="l">
              <a:defRPr sz="2175" b="1">
                <a:solidFill>
                  <a:srgbClr val="25232E"/>
                </a:solidFill>
              </a:defRPr>
            </a:lvl5pPr>
            <a:lvl6pPr algn="l">
              <a:defRPr sz="2175" b="1">
                <a:solidFill>
                  <a:srgbClr val="25232E"/>
                </a:solidFill>
              </a:defRPr>
            </a:lvl6pPr>
            <a:lvl7pPr algn="l">
              <a:defRPr sz="2175" b="1">
                <a:solidFill>
                  <a:srgbClr val="25232E"/>
                </a:solidFill>
              </a:defRPr>
            </a:lvl7pPr>
            <a:lvl8pPr algn="l">
              <a:defRPr sz="2175" b="1">
                <a:solidFill>
                  <a:srgbClr val="25232E"/>
                </a:solidFill>
              </a:defRPr>
            </a:lvl8pPr>
            <a:lvl9pPr algn="l">
              <a:defRPr sz="2175" b="1">
                <a:solidFill>
                  <a:srgbClr val="25232E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5232E"/>
                </a:solidFill>
              </a:defRPr>
            </a:pPr>
            <a:r>
              <a:rPr sz="2175" b="1">
                <a:solidFill>
                  <a:srgbClr val="25232E"/>
                </a:solidFill>
              </a:rPr>
              <a:t>适用范围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FE5EFB-B689-4CA2-8C38-974F6B4B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716A78"/>
                </a:solidFill>
              </a:defRPr>
            </a:defPPr>
            <a:lvl1pPr algn="l">
              <a:defRPr sz="1800" b="0">
                <a:solidFill>
                  <a:srgbClr val="716A78"/>
                </a:solidFill>
              </a:defRPr>
            </a:lvl1pPr>
            <a:lvl2pPr algn="l">
              <a:defRPr sz="1800" b="0">
                <a:solidFill>
                  <a:srgbClr val="716A78"/>
                </a:solidFill>
              </a:defRPr>
            </a:lvl2pPr>
            <a:lvl3pPr algn="l">
              <a:defRPr sz="1800" b="0">
                <a:solidFill>
                  <a:srgbClr val="716A78"/>
                </a:solidFill>
              </a:defRPr>
            </a:lvl3pPr>
            <a:lvl4pPr algn="l">
              <a:defRPr sz="1800" b="0">
                <a:solidFill>
                  <a:srgbClr val="716A78"/>
                </a:solidFill>
              </a:defRPr>
            </a:lvl4pPr>
            <a:lvl5pPr algn="l">
              <a:defRPr sz="1800" b="0">
                <a:solidFill>
                  <a:srgbClr val="716A78"/>
                </a:solidFill>
              </a:defRPr>
            </a:lvl5pPr>
            <a:lvl6pPr algn="l">
              <a:defRPr sz="1800" b="0">
                <a:solidFill>
                  <a:srgbClr val="716A78"/>
                </a:solidFill>
              </a:defRPr>
            </a:lvl6pPr>
            <a:lvl7pPr algn="l">
              <a:defRPr sz="1800" b="0">
                <a:solidFill>
                  <a:srgbClr val="716A78"/>
                </a:solidFill>
              </a:defRPr>
            </a:lvl7pPr>
            <a:lvl8pPr algn="l">
              <a:defRPr sz="1800" b="0">
                <a:solidFill>
                  <a:srgbClr val="716A78"/>
                </a:solidFill>
              </a:defRPr>
            </a:lvl8pPr>
            <a:lvl9pPr algn="l">
              <a:defRPr sz="1800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16A78"/>
                </a:solidFill>
              </a:defRPr>
            </a:pPr>
            <a:r>
              <a:rPr sz="1800" b="0">
                <a:solidFill>
                  <a:srgbClr val="716A78"/>
                </a:solidFill>
              </a:rPr>
              <a:t>当前采用 0.25 倍需求及确定性加工近似，尚未覆盖完整抽检、返工和动态拥堵。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30227-CCDA-48A9-849A-A9608A3F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716A78"/>
                </a:solidFill>
              </a:defRPr>
            </a:defPPr>
            <a:lvl1pPr algn="l">
              <a:defRPr sz="1800" b="0">
                <a:solidFill>
                  <a:srgbClr val="716A78"/>
                </a:solidFill>
              </a:defRPr>
            </a:lvl1pPr>
            <a:lvl2pPr algn="l">
              <a:defRPr sz="1800" b="0">
                <a:solidFill>
                  <a:srgbClr val="716A78"/>
                </a:solidFill>
              </a:defRPr>
            </a:lvl2pPr>
            <a:lvl3pPr algn="l">
              <a:defRPr sz="1800" b="0">
                <a:solidFill>
                  <a:srgbClr val="716A78"/>
                </a:solidFill>
              </a:defRPr>
            </a:lvl3pPr>
            <a:lvl4pPr algn="l">
              <a:defRPr sz="1800" b="0">
                <a:solidFill>
                  <a:srgbClr val="716A78"/>
                </a:solidFill>
              </a:defRPr>
            </a:lvl4pPr>
            <a:lvl5pPr algn="l">
              <a:defRPr sz="1800" b="0">
                <a:solidFill>
                  <a:srgbClr val="716A78"/>
                </a:solidFill>
              </a:defRPr>
            </a:lvl5pPr>
            <a:lvl6pPr algn="l">
              <a:defRPr sz="1800" b="0">
                <a:solidFill>
                  <a:srgbClr val="716A78"/>
                </a:solidFill>
              </a:defRPr>
            </a:lvl6pPr>
            <a:lvl7pPr algn="l">
              <a:defRPr sz="1800" b="0">
                <a:solidFill>
                  <a:srgbClr val="716A78"/>
                </a:solidFill>
              </a:defRPr>
            </a:lvl7pPr>
            <a:lvl8pPr algn="l">
              <a:defRPr sz="1800" b="0">
                <a:solidFill>
                  <a:srgbClr val="716A78"/>
                </a:solidFill>
              </a:defRPr>
            </a:lvl8pPr>
            <a:lvl9pPr algn="l">
              <a:defRPr sz="1800" b="0">
                <a:solidFill>
                  <a:srgbClr val="716A78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716A78"/>
                </a:solidFill>
              </a:defRPr>
            </a:pPr>
            <a:r>
              <a:rPr sz="1800" b="0">
                <a:solidFill>
                  <a:srgbClr val="716A78"/>
                </a:solidFill>
              </a:rPr>
              <a:t>洁净、公用工程和维护条件仍需补充；本结果用于局部模型验证。</a:t>
            </a:r>
          </a:p>
        </p:txBody>
      </p:sp>
    </p:spTree>
    <p:extLst>
      <p:ext uri="{BB962C8B-B14F-4D97-AF65-F5344CB8AC3E}">
        <p14:creationId xmlns:p14="http://schemas.microsoft.com/office/powerpoint/2010/main" val="13806648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2026-10-22T15:21:40.8210000Z</dcterms:created>
  <dcterms:modified xsi:type="dcterms:W3CDTF">2026-10-22T15:21:40.8210000Z</dcterms:modified>
</coreProperties>
</file>